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58" r:id="rId4"/>
    <p:sldId id="257" r:id="rId5"/>
    <p:sldId id="259"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7" autoAdjust="0"/>
    <p:restoredTop sz="89039" autoAdjust="0"/>
  </p:normalViewPr>
  <p:slideViewPr>
    <p:cSldViewPr snapToGrid="0">
      <p:cViewPr varScale="1">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4010368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889886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5572326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6BFF6D52-3D9D-41B5-B589-4736897F24A7}"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BA3C72FB-2BBD-D2BC-BE80-6DAD9A7F17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136" y="478250"/>
            <a:ext cx="671999" cy="252000"/>
          </a:xfrm>
          <a:prstGeom prst="rect">
            <a:avLst/>
          </a:prstGeom>
        </p:spPr>
      </p:pic>
    </p:spTree>
    <p:extLst>
      <p:ext uri="{BB962C8B-B14F-4D97-AF65-F5344CB8AC3E}">
        <p14:creationId xmlns:p14="http://schemas.microsoft.com/office/powerpoint/2010/main" val="2670041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13781ECE-024A-4E5B-9B81-1C907942C8CA}"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646A33A9-129D-BCA4-5412-08D0086CC46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136" y="478250"/>
            <a:ext cx="671999" cy="252000"/>
          </a:xfrm>
          <a:prstGeom prst="rect">
            <a:avLst/>
          </a:prstGeom>
        </p:spPr>
      </p:pic>
    </p:spTree>
    <p:extLst>
      <p:ext uri="{BB962C8B-B14F-4D97-AF65-F5344CB8AC3E}">
        <p14:creationId xmlns:p14="http://schemas.microsoft.com/office/powerpoint/2010/main" val="3868556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3FA09BC5-8632-4BB3-8B45-156231DD5F8C}"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E6E7D576-0F30-7452-0D08-6491F7745D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136" y="478250"/>
            <a:ext cx="671999" cy="252000"/>
          </a:xfrm>
          <a:prstGeom prst="rect">
            <a:avLst/>
          </a:prstGeom>
        </p:spPr>
      </p:pic>
    </p:spTree>
    <p:extLst>
      <p:ext uri="{BB962C8B-B14F-4D97-AF65-F5344CB8AC3E}">
        <p14:creationId xmlns:p14="http://schemas.microsoft.com/office/powerpoint/2010/main" val="344591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5" name="Footer Placeholder 4">
            <a:extLst>
              <a:ext uri="{FF2B5EF4-FFF2-40B4-BE49-F238E27FC236}">
                <a16:creationId xmlns:a16="http://schemas.microsoft.com/office/drawing/2014/main" id="{2D94D1C2-B553-2426-00FF-EBB23D89707A}"/>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21/08/2025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75331-4C97-033F-68FE-E6A8485B1BD0}"/>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A022D40E-EAFF-EB0F-856B-AEACDF1FBBF8}"/>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07925691-1446-E968-7177-67BE14AC41D3}"/>
              </a:ext>
            </a:extLst>
          </p:cNvPr>
          <p:cNvSpPr>
            <a:spLocks noGrp="1"/>
          </p:cNvSpPr>
          <p:nvPr>
            <p:ph type="dt" sz="half" idx="10"/>
          </p:nvPr>
        </p:nvSpPr>
        <p:spPr/>
        <p:txBody>
          <a:bodyPr/>
          <a:lstStyle/>
          <a:p>
            <a:fld id="{13781ECE-024A-4E5B-9B81-1C907942C8CA}" type="datetime1">
              <a:rPr lang="en-GB" smtClean="0"/>
              <a:t>21/08/2025</a:t>
            </a:fld>
            <a:endParaRPr lang="en-GB" dirty="0"/>
          </a:p>
        </p:txBody>
      </p:sp>
      <p:sp>
        <p:nvSpPr>
          <p:cNvPr id="5" name="Slide Number Placeholder 4">
            <a:extLst>
              <a:ext uri="{FF2B5EF4-FFF2-40B4-BE49-F238E27FC236}">
                <a16:creationId xmlns:a16="http://schemas.microsoft.com/office/drawing/2014/main" id="{2ACA958B-50DB-268B-C72E-CB6768E169C9}"/>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2170123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AD3C-A05F-A8A9-E938-CC308F981B9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E4FDB0A-80AA-EBF2-3D95-C699145C9AD2}"/>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3D36023D-A5A9-C424-3DB0-A39DEEE2A890}"/>
              </a:ext>
            </a:extLst>
          </p:cNvPr>
          <p:cNvSpPr>
            <a:spLocks noGrp="1"/>
          </p:cNvSpPr>
          <p:nvPr>
            <p:ph type="dt" sz="half" idx="10"/>
          </p:nvPr>
        </p:nvSpPr>
        <p:spPr/>
        <p:txBody>
          <a:bodyPr/>
          <a:lstStyle/>
          <a:p>
            <a:fld id="{6BFF6D52-3D9D-41B5-B589-4736897F24A7}" type="datetime1">
              <a:rPr lang="en-GB" smtClean="0"/>
              <a:t>21/08/2025</a:t>
            </a:fld>
            <a:endParaRPr lang="en-GB" dirty="0"/>
          </a:p>
        </p:txBody>
      </p:sp>
      <p:sp>
        <p:nvSpPr>
          <p:cNvPr id="5" name="Slide Number Placeholder 4">
            <a:extLst>
              <a:ext uri="{FF2B5EF4-FFF2-40B4-BE49-F238E27FC236}">
                <a16:creationId xmlns:a16="http://schemas.microsoft.com/office/drawing/2014/main" id="{D9CFD3F3-E3E2-FB98-7797-D1F4E407DF78}"/>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46893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AF9C2-04D7-AE10-AE16-EB6D3084B783}"/>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62825155-A102-EDB8-902A-5AD9D5BC9378}"/>
              </a:ext>
            </a:extLst>
          </p:cNvPr>
          <p:cNvSpPr>
            <a:spLocks noGrp="1"/>
          </p:cNvSpPr>
          <p:nvPr>
            <p:ph type="dt" sz="half" idx="10"/>
          </p:nvPr>
        </p:nvSpPr>
        <p:spPr/>
        <p:txBody>
          <a:bodyPr/>
          <a:lstStyle/>
          <a:p>
            <a:fld id="{3FA09BC5-8632-4BB3-8B45-156231DD5F8C}" type="datetime1">
              <a:rPr lang="en-GB" smtClean="0"/>
              <a:t>21/08/2025</a:t>
            </a:fld>
            <a:endParaRPr lang="en-GB" dirty="0"/>
          </a:p>
        </p:txBody>
      </p:sp>
      <p:sp>
        <p:nvSpPr>
          <p:cNvPr id="4" name="Slide Number Placeholder 3">
            <a:extLst>
              <a:ext uri="{FF2B5EF4-FFF2-40B4-BE49-F238E27FC236}">
                <a16:creationId xmlns:a16="http://schemas.microsoft.com/office/drawing/2014/main" id="{7D9CAD6E-202E-C290-3D6B-046E66016EB8}"/>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3901709205"/>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A8DB2211-C2B3-4D82-90B1-EDD0D4E3DD1E}"/>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538EC92F-9DD9-4E1E-88F8-FC7766EAFE8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Template>
  <TotalTime>29</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6</cp:revision>
  <dcterms:created xsi:type="dcterms:W3CDTF">2025-08-12T12:43:29Z</dcterms:created>
  <dcterms:modified xsi:type="dcterms:W3CDTF">2025-08-21T08:32:45Z</dcterms:modified>
</cp:coreProperties>
</file>