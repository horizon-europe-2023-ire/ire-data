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4" r:id="rId2"/>
  </p:sldMasterIdLst>
  <p:notesMasterIdLst>
    <p:notesMasterId r:id="rId7"/>
  </p:notesMasterIdLst>
  <p:sldIdLst>
    <p:sldId id="256" r:id="rId3"/>
    <p:sldId id="258" r:id="rId4"/>
    <p:sldId id="257" r:id="rId5"/>
    <p:sldId id="259" r:id="rId6"/>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89039" autoAdjust="0"/>
  </p:normalViewPr>
  <p:slideViewPr>
    <p:cSldViewPr snapToGrid="0">
      <p:cViewPr varScale="1">
        <p:scale>
          <a:sx n="66" d="100"/>
          <a:sy n="66" d="100"/>
        </p:scale>
        <p:origin x="66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notesMaster" Target="notesMasters/notes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91DE-1A95-40CA-88CC-DF61513632D0}" type="datetimeFigureOut">
              <a:rPr lang="en-GB" smtClean="0"/>
              <a:t>21/08/2025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ABEC7E-AD94-4F4B-86DB-3B8C9D6048E2}" type="slidenum">
              <a:rPr lang="en-GB" smtClean="0"/>
              <a:t>‹#›</a:t>
            </a:fld>
            <a:endParaRPr lang="en-GB" dirty="0"/>
          </a:p>
        </p:txBody>
      </p:sp>
    </p:spTree>
    <p:extLst>
      <p:ext uri="{BB962C8B-B14F-4D97-AF65-F5344CB8AC3E}">
        <p14:creationId xmlns:p14="http://schemas.microsoft.com/office/powerpoint/2010/main" val="1724846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4ABEC7E-AD94-4F4B-86DB-3B8C9D6048E2}" type="slidenum">
              <a:rPr lang="en-GB" smtClean="0"/>
              <a:t>1</a:t>
            </a:fld>
            <a:endParaRPr lang="en-GB" dirty="0"/>
          </a:p>
        </p:txBody>
      </p:sp>
    </p:spTree>
    <p:extLst>
      <p:ext uri="{BB962C8B-B14F-4D97-AF65-F5344CB8AC3E}">
        <p14:creationId xmlns:p14="http://schemas.microsoft.com/office/powerpoint/2010/main" val="3638546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4ABEC7E-AD94-4F4B-86DB-3B8C9D6048E2}" type="slidenum">
              <a:rPr lang="en-GB" smtClean="0"/>
              <a:t>2</a:t>
            </a:fld>
            <a:endParaRPr lang="en-GB" dirty="0"/>
          </a:p>
        </p:txBody>
      </p:sp>
    </p:spTree>
    <p:extLst>
      <p:ext uri="{BB962C8B-B14F-4D97-AF65-F5344CB8AC3E}">
        <p14:creationId xmlns:p14="http://schemas.microsoft.com/office/powerpoint/2010/main" val="1432672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4ABEC7E-AD94-4F4B-86DB-3B8C9D6048E2}" type="slidenum">
              <a:rPr lang="en-GB" smtClean="0"/>
              <a:t>3</a:t>
            </a:fld>
            <a:endParaRPr lang="en-GB" dirty="0"/>
          </a:p>
        </p:txBody>
      </p:sp>
    </p:spTree>
    <p:extLst>
      <p:ext uri="{BB962C8B-B14F-4D97-AF65-F5344CB8AC3E}">
        <p14:creationId xmlns:p14="http://schemas.microsoft.com/office/powerpoint/2010/main" val="4184661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4ABEC7E-AD94-4F4B-86DB-3B8C9D6048E2}" type="slidenum">
              <a:rPr lang="en-GB" smtClean="0"/>
              <a:t>4</a:t>
            </a:fld>
            <a:endParaRPr lang="en-GB" dirty="0"/>
          </a:p>
        </p:txBody>
      </p:sp>
    </p:spTree>
    <p:extLst>
      <p:ext uri="{BB962C8B-B14F-4D97-AF65-F5344CB8AC3E}">
        <p14:creationId xmlns:p14="http://schemas.microsoft.com/office/powerpoint/2010/main" val="114010462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jp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21814-2254-B7DD-238B-AEA79F705F57}"/>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1119F643-C264-E81C-6ED1-3FA62F563D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4" name="Date Placeholder 3">
            <a:extLst>
              <a:ext uri="{FF2B5EF4-FFF2-40B4-BE49-F238E27FC236}">
                <a16:creationId xmlns:a16="http://schemas.microsoft.com/office/drawing/2014/main" id="{FC490750-009F-3DC4-6E3B-FC64881777A9}"/>
              </a:ext>
            </a:extLst>
          </p:cNvPr>
          <p:cNvSpPr>
            <a:spLocks noGrp="1"/>
          </p:cNvSpPr>
          <p:nvPr>
            <p:ph type="dt" sz="half" idx="10"/>
          </p:nvPr>
        </p:nvSpPr>
        <p:spPr/>
        <p:txBody>
          <a:bodyPr/>
          <a:lstStyle/>
          <a:p>
            <a:fld id="{6B91D4CF-392B-40F8-82D8-82CB515B64EF}" type="datetime1">
              <a:rPr lang="en-GB" smtClean="0"/>
              <a:t>21/08/2025</a:t>
            </a:fld>
            <a:endParaRPr lang="en-GB" dirty="0"/>
          </a:p>
        </p:txBody>
      </p:sp>
      <p:sp>
        <p:nvSpPr>
          <p:cNvPr id="6" name="Slide Number Placeholder 5">
            <a:extLst>
              <a:ext uri="{FF2B5EF4-FFF2-40B4-BE49-F238E27FC236}">
                <a16:creationId xmlns:a16="http://schemas.microsoft.com/office/drawing/2014/main" id="{9CB7556B-230C-0E4B-25A0-5B719B95D382}"/>
              </a:ext>
            </a:extLst>
          </p:cNvPr>
          <p:cNvSpPr>
            <a:spLocks noGrp="1"/>
          </p:cNvSpPr>
          <p:nvPr>
            <p:ph type="sldNum" sz="quarter" idx="12"/>
          </p:nvPr>
        </p:nvSpPr>
        <p:spPr/>
        <p:txBody>
          <a:bodyPr/>
          <a:lstStyle>
            <a:lvl1pPr>
              <a:defRPr/>
            </a:lvl1pPr>
          </a:lstStyle>
          <a:p>
            <a:fld id="{4F501E3D-C6D3-482A-A999-3EA9CAA9AFF8}" type="slidenum">
              <a:rPr lang="en-GB" smtClean="0"/>
              <a:pPr/>
              <a:t>‹#›</a:t>
            </a:fld>
            <a:endParaRPr lang="en-GB" dirty="0"/>
          </a:p>
        </p:txBody>
      </p:sp>
      <p:pic>
        <p:nvPicPr>
          <p:cNvPr id="7" name="Picture 6">
            <a:extLst>
              <a:ext uri="{FF2B5EF4-FFF2-40B4-BE49-F238E27FC236}">
                <a16:creationId xmlns:a16="http://schemas.microsoft.com/office/drawing/2014/main" id="{3B58B4A4-F6B7-7E06-2C7E-CD1019DB713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9" name="Picture 8" descr="A blue square with yellow stars and a blue rectangle with text&#10;&#10;AI-generated content may be incorrect.">
            <a:extLst>
              <a:ext uri="{FF2B5EF4-FFF2-40B4-BE49-F238E27FC236}">
                <a16:creationId xmlns:a16="http://schemas.microsoft.com/office/drawing/2014/main" id="{C7519D1B-F553-2FC1-5B9C-0F520CD08BA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3913" y="6233870"/>
            <a:ext cx="1500775" cy="518009"/>
          </a:xfrm>
          <a:prstGeom prst="rect">
            <a:avLst/>
          </a:prstGeom>
        </p:spPr>
      </p:pic>
      <p:pic>
        <p:nvPicPr>
          <p:cNvPr id="27" name="Picture 26">
            <a:extLst>
              <a:ext uri="{FF2B5EF4-FFF2-40B4-BE49-F238E27FC236}">
                <a16:creationId xmlns:a16="http://schemas.microsoft.com/office/drawing/2014/main" id="{C079A575-B626-70CA-C7EF-051DAD17B8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112699" y="1336336"/>
            <a:ext cx="919151" cy="216000"/>
          </a:xfrm>
          <a:prstGeom prst="rect">
            <a:avLst/>
          </a:prstGeom>
        </p:spPr>
      </p:pic>
      <p:pic>
        <p:nvPicPr>
          <p:cNvPr id="29" name="Picture 28" descr="A red text on a white background&#10;&#10;AI-generated content may be incorrect.">
            <a:extLst>
              <a:ext uri="{FF2B5EF4-FFF2-40B4-BE49-F238E27FC236}">
                <a16:creationId xmlns:a16="http://schemas.microsoft.com/office/drawing/2014/main" id="{F73430BA-CE91-B5B4-FF14-D2A954AD400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437573" y="1294262"/>
            <a:ext cx="822857" cy="288000"/>
          </a:xfrm>
          <a:prstGeom prst="rect">
            <a:avLst/>
          </a:prstGeom>
        </p:spPr>
      </p:pic>
      <p:pic>
        <p:nvPicPr>
          <p:cNvPr id="31" name="Picture 30" descr="A colorful squares with pink and blue text&#10;&#10;AI-generated content may be incorrect.">
            <a:extLst>
              <a:ext uri="{FF2B5EF4-FFF2-40B4-BE49-F238E27FC236}">
                <a16:creationId xmlns:a16="http://schemas.microsoft.com/office/drawing/2014/main" id="{5B0A7C30-AC8F-2FC0-6E1A-D891A1E24348}"/>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31357" y="1280202"/>
            <a:ext cx="757895" cy="288000"/>
          </a:xfrm>
          <a:prstGeom prst="rect">
            <a:avLst/>
          </a:prstGeom>
        </p:spPr>
      </p:pic>
      <p:pic>
        <p:nvPicPr>
          <p:cNvPr id="33" name="Picture 32">
            <a:extLst>
              <a:ext uri="{FF2B5EF4-FFF2-40B4-BE49-F238E27FC236}">
                <a16:creationId xmlns:a16="http://schemas.microsoft.com/office/drawing/2014/main" id="{34A62EFA-0657-295C-F2ED-A361F0C46FEA}"/>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4385484" y="1307413"/>
            <a:ext cx="2506070" cy="288000"/>
          </a:xfrm>
          <a:prstGeom prst="rect">
            <a:avLst/>
          </a:prstGeom>
        </p:spPr>
      </p:pic>
      <p:pic>
        <p:nvPicPr>
          <p:cNvPr id="35" name="Picture 34" descr="A close up of a logo&#10;&#10;AI-generated content may be incorrect.">
            <a:extLst>
              <a:ext uri="{FF2B5EF4-FFF2-40B4-BE49-F238E27FC236}">
                <a16:creationId xmlns:a16="http://schemas.microsoft.com/office/drawing/2014/main" id="{E94943D6-A36D-7C4F-E754-249C4898B953}"/>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821946" y="1289041"/>
            <a:ext cx="1129410" cy="288000"/>
          </a:xfrm>
          <a:prstGeom prst="rect">
            <a:avLst/>
          </a:prstGeom>
        </p:spPr>
      </p:pic>
      <p:pic>
        <p:nvPicPr>
          <p:cNvPr id="37" name="Picture 36" descr="A black background with white lines&#10;&#10;AI-generated content may be incorrect.">
            <a:extLst>
              <a:ext uri="{FF2B5EF4-FFF2-40B4-BE49-F238E27FC236}">
                <a16:creationId xmlns:a16="http://schemas.microsoft.com/office/drawing/2014/main" id="{95D49E4E-B6A1-54F5-8092-DD7EFA779324}"/>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9166811" y="1325041"/>
            <a:ext cx="576000" cy="288000"/>
          </a:xfrm>
          <a:prstGeom prst="rect">
            <a:avLst/>
          </a:prstGeom>
        </p:spPr>
      </p:pic>
      <p:pic>
        <p:nvPicPr>
          <p:cNvPr id="39" name="Picture 38" descr="A black background with a black square&#10;&#10;AI-generated content may be incorrect.">
            <a:extLst>
              <a:ext uri="{FF2B5EF4-FFF2-40B4-BE49-F238E27FC236}">
                <a16:creationId xmlns:a16="http://schemas.microsoft.com/office/drawing/2014/main" id="{CDD2F42C-A28A-20D1-7D24-B82894099019}"/>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857123" y="1300336"/>
            <a:ext cx="757893" cy="288000"/>
          </a:xfrm>
          <a:prstGeom prst="rect">
            <a:avLst/>
          </a:prstGeom>
        </p:spPr>
      </p:pic>
      <p:pic>
        <p:nvPicPr>
          <p:cNvPr id="41" name="Picture 40" descr="A black background with white text&#10;&#10;AI-generated content may be incorrect.">
            <a:extLst>
              <a:ext uri="{FF2B5EF4-FFF2-40B4-BE49-F238E27FC236}">
                <a16:creationId xmlns:a16="http://schemas.microsoft.com/office/drawing/2014/main" id="{4749D168-A783-CD67-3E37-7E34229E4D1E}"/>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524000" y="1308255"/>
            <a:ext cx="767999" cy="288000"/>
          </a:xfrm>
          <a:prstGeom prst="rect">
            <a:avLst/>
          </a:prstGeom>
        </p:spPr>
      </p:pic>
      <p:sp>
        <p:nvSpPr>
          <p:cNvPr id="8" name="Footer Placeholder 4">
            <a:extLst>
              <a:ext uri="{FF2B5EF4-FFF2-40B4-BE49-F238E27FC236}">
                <a16:creationId xmlns:a16="http://schemas.microsoft.com/office/drawing/2014/main" id="{E4446E27-30B0-9FE5-EF56-60C22B681CB9}"/>
              </a:ext>
            </a:extLst>
          </p:cNvPr>
          <p:cNvSpPr>
            <a:spLocks noGrp="1"/>
          </p:cNvSpPr>
          <p:nvPr>
            <p:ph type="ftr" sz="quarter" idx="3"/>
          </p:nvPr>
        </p:nvSpPr>
        <p:spPr>
          <a:xfrm>
            <a:off x="2274688" y="6348032"/>
            <a:ext cx="6335912" cy="365125"/>
          </a:xfrm>
          <a:prstGeom prst="rect">
            <a:avLst/>
          </a:prstGeom>
        </p:spPr>
        <p:txBody>
          <a:bodyPr vert="horz" lIns="91440" tIns="45720" rIns="91440" bIns="45720" rtlCol="0" anchor="ctr"/>
          <a:lstStyle>
            <a:lvl1pPr algn="l">
              <a:defRPr sz="800">
                <a:solidFill>
                  <a:schemeClr val="tx1">
                    <a:tint val="82000"/>
                  </a:schemeClr>
                </a:solidFill>
              </a:defRPr>
            </a:lvl1pPr>
          </a:lstStyle>
          <a:p>
            <a:endParaRPr lang="en-GB" dirty="0"/>
          </a:p>
          <a:p>
            <a:r>
              <a:rPr lang="en-GB" dirty="0"/>
              <a:t>“Funded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a:t>
            </a:r>
          </a:p>
          <a:p>
            <a:endParaRPr lang="en-GB" dirty="0"/>
          </a:p>
        </p:txBody>
      </p:sp>
    </p:spTree>
    <p:extLst>
      <p:ext uri="{BB962C8B-B14F-4D97-AF65-F5344CB8AC3E}">
        <p14:creationId xmlns:p14="http://schemas.microsoft.com/office/powerpoint/2010/main" val="1094124189"/>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7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4250B-AAE0-460C-1FF9-F46D5796C150}"/>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737C597A-54A6-1CD3-3C7E-1108112BBA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7CC50CAF-1B01-F476-B4B8-0667C1A8DC07}"/>
              </a:ext>
            </a:extLst>
          </p:cNvPr>
          <p:cNvSpPr>
            <a:spLocks noGrp="1"/>
          </p:cNvSpPr>
          <p:nvPr>
            <p:ph type="dt" sz="half" idx="10"/>
          </p:nvPr>
        </p:nvSpPr>
        <p:spPr/>
        <p:txBody>
          <a:bodyPr/>
          <a:lstStyle/>
          <a:p>
            <a:fld id="{D74389EF-2ACD-48D6-8AB3-D09217EB0B92}" type="datetime1">
              <a:rPr lang="en-GB" smtClean="0"/>
              <a:t>21/08/2025</a:t>
            </a:fld>
            <a:endParaRPr lang="en-GB" dirty="0"/>
          </a:p>
        </p:txBody>
      </p:sp>
      <p:sp>
        <p:nvSpPr>
          <p:cNvPr id="6" name="Slide Number Placeholder 5">
            <a:extLst>
              <a:ext uri="{FF2B5EF4-FFF2-40B4-BE49-F238E27FC236}">
                <a16:creationId xmlns:a16="http://schemas.microsoft.com/office/drawing/2014/main" id="{7EDA8B23-FD2D-CBF2-D1B1-099F71695262}"/>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3BA550FF-9C01-656E-0DA4-CAA5206A84E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pic>
        <p:nvPicPr>
          <p:cNvPr id="5" name="Picture 4" descr="A black background with a black square&#10;&#10;AI-generated content may be incorrect.">
            <a:extLst>
              <a:ext uri="{FF2B5EF4-FFF2-40B4-BE49-F238E27FC236}">
                <a16:creationId xmlns:a16="http://schemas.microsoft.com/office/drawing/2014/main" id="{D9B53460-11DD-6398-63EA-CA7D21E32F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00445" y="429037"/>
            <a:ext cx="663156" cy="252000"/>
          </a:xfrm>
          <a:prstGeom prst="rect">
            <a:avLst/>
          </a:prstGeom>
        </p:spPr>
      </p:pic>
    </p:spTree>
    <p:extLst>
      <p:ext uri="{BB962C8B-B14F-4D97-AF65-F5344CB8AC3E}">
        <p14:creationId xmlns:p14="http://schemas.microsoft.com/office/powerpoint/2010/main" val="3720547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7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B005E-E619-55E9-269C-F23DEC1179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D51E5D33-7A20-E292-EF9F-C71B5AC9D0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36CE90-7144-2063-B45B-8D6EB7C54749}"/>
              </a:ext>
            </a:extLst>
          </p:cNvPr>
          <p:cNvSpPr>
            <a:spLocks noGrp="1"/>
          </p:cNvSpPr>
          <p:nvPr>
            <p:ph type="dt" sz="half" idx="10"/>
          </p:nvPr>
        </p:nvSpPr>
        <p:spPr/>
        <p:txBody>
          <a:bodyPr/>
          <a:lstStyle/>
          <a:p>
            <a:fld id="{55907DFB-3FFE-460D-B08B-B30675A28FFB}" type="datetime1">
              <a:rPr lang="en-GB" smtClean="0"/>
              <a:t>21/08/2025</a:t>
            </a:fld>
            <a:endParaRPr lang="en-GB" dirty="0"/>
          </a:p>
        </p:txBody>
      </p:sp>
      <p:sp>
        <p:nvSpPr>
          <p:cNvPr id="6" name="Slide Number Placeholder 5">
            <a:extLst>
              <a:ext uri="{FF2B5EF4-FFF2-40B4-BE49-F238E27FC236}">
                <a16:creationId xmlns:a16="http://schemas.microsoft.com/office/drawing/2014/main" id="{1C6B700B-EC2D-0C72-5CCC-9A434F5380E9}"/>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B332CA24-535F-D466-96E7-5198D2C4101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8" name="Picture 7" descr="A black background with a black square&#10;&#10;AI-generated content may be incorrect.">
            <a:extLst>
              <a:ext uri="{FF2B5EF4-FFF2-40B4-BE49-F238E27FC236}">
                <a16:creationId xmlns:a16="http://schemas.microsoft.com/office/drawing/2014/main" id="{6F4BC78A-9962-E183-59C1-F6F3C957BC0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00445" y="429037"/>
            <a:ext cx="663156" cy="252000"/>
          </a:xfrm>
          <a:prstGeom prst="rect">
            <a:avLst/>
          </a:prstGeom>
        </p:spPr>
      </p:pic>
    </p:spTree>
    <p:extLst>
      <p:ext uri="{BB962C8B-B14F-4D97-AF65-F5344CB8AC3E}">
        <p14:creationId xmlns:p14="http://schemas.microsoft.com/office/powerpoint/2010/main" val="2839559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FDBA2-0C3F-81E8-B84B-5918AAA2BD6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C6379B8-89E9-E6A7-44F5-2827B8E70971}"/>
              </a:ext>
            </a:extLst>
          </p:cNvPr>
          <p:cNvSpPr>
            <a:spLocks noGrp="1"/>
          </p:cNvSpPr>
          <p:nvPr>
            <p:ph type="dt" sz="half" idx="10"/>
          </p:nvPr>
        </p:nvSpPr>
        <p:spPr/>
        <p:txBody>
          <a:bodyPr/>
          <a:lstStyle/>
          <a:p>
            <a:fld id="{349AC3CA-1E47-4F23-80D1-2EFB2A79A453}" type="datetime1">
              <a:rPr lang="en-GB" smtClean="0"/>
              <a:t>21/08/2025</a:t>
            </a:fld>
            <a:endParaRPr lang="en-GB" dirty="0"/>
          </a:p>
        </p:txBody>
      </p:sp>
      <p:sp>
        <p:nvSpPr>
          <p:cNvPr id="5" name="Slide Number Placeholder 4">
            <a:extLst>
              <a:ext uri="{FF2B5EF4-FFF2-40B4-BE49-F238E27FC236}">
                <a16:creationId xmlns:a16="http://schemas.microsoft.com/office/drawing/2014/main" id="{7F4FA030-0131-7725-93A6-A0F72FA08EA8}"/>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953309B6-0DB0-022E-0831-6FA65940FC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spTree>
    <p:extLst>
      <p:ext uri="{BB962C8B-B14F-4D97-AF65-F5344CB8AC3E}">
        <p14:creationId xmlns:p14="http://schemas.microsoft.com/office/powerpoint/2010/main" val="3245232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FDBA2-0C3F-81E8-B84B-5918AAA2BD6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C6379B8-89E9-E6A7-44F5-2827B8E70971}"/>
              </a:ext>
            </a:extLst>
          </p:cNvPr>
          <p:cNvSpPr>
            <a:spLocks noGrp="1"/>
          </p:cNvSpPr>
          <p:nvPr>
            <p:ph type="dt" sz="half" idx="10"/>
          </p:nvPr>
        </p:nvSpPr>
        <p:spPr/>
        <p:txBody>
          <a:bodyPr/>
          <a:lstStyle/>
          <a:p>
            <a:fld id="{3FA09BC5-8632-4BB3-8B45-156231DD5F8C}" type="datetime1">
              <a:rPr lang="en-GB" smtClean="0"/>
              <a:t>21/08/2025</a:t>
            </a:fld>
            <a:endParaRPr lang="en-GB" dirty="0"/>
          </a:p>
        </p:txBody>
      </p:sp>
      <p:sp>
        <p:nvSpPr>
          <p:cNvPr id="5" name="Slide Number Placeholder 4">
            <a:extLst>
              <a:ext uri="{FF2B5EF4-FFF2-40B4-BE49-F238E27FC236}">
                <a16:creationId xmlns:a16="http://schemas.microsoft.com/office/drawing/2014/main" id="{7F4FA030-0131-7725-93A6-A0F72FA08EA8}"/>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953309B6-0DB0-022E-0831-6FA65940FC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9" name="Picture 8" descr="A black background with white text&#10;&#10;AI-generated content may be incorrect.">
            <a:extLst>
              <a:ext uri="{FF2B5EF4-FFF2-40B4-BE49-F238E27FC236}">
                <a16:creationId xmlns:a16="http://schemas.microsoft.com/office/drawing/2014/main" id="{E6E7D576-0F30-7452-0D08-6491F7745DC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81136" y="478250"/>
            <a:ext cx="671999" cy="252000"/>
          </a:xfrm>
          <a:prstGeom prst="rect">
            <a:avLst/>
          </a:prstGeom>
        </p:spPr>
      </p:pic>
    </p:spTree>
    <p:extLst>
      <p:ext uri="{BB962C8B-B14F-4D97-AF65-F5344CB8AC3E}">
        <p14:creationId xmlns:p14="http://schemas.microsoft.com/office/powerpoint/2010/main" val="3445914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FDBA2-0C3F-81E8-B84B-5918AAA2BD6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C6379B8-89E9-E6A7-44F5-2827B8E70971}"/>
              </a:ext>
            </a:extLst>
          </p:cNvPr>
          <p:cNvSpPr>
            <a:spLocks noGrp="1"/>
          </p:cNvSpPr>
          <p:nvPr>
            <p:ph type="dt" sz="half" idx="10"/>
          </p:nvPr>
        </p:nvSpPr>
        <p:spPr/>
        <p:txBody>
          <a:bodyPr/>
          <a:lstStyle/>
          <a:p>
            <a:fld id="{F39CEAB9-68EC-49A1-B3B5-602B25A916EF}" type="datetime1">
              <a:rPr lang="en-GB" smtClean="0"/>
              <a:t>21/08/2025</a:t>
            </a:fld>
            <a:endParaRPr lang="en-GB" dirty="0"/>
          </a:p>
        </p:txBody>
      </p:sp>
      <p:sp>
        <p:nvSpPr>
          <p:cNvPr id="5" name="Slide Number Placeholder 4">
            <a:extLst>
              <a:ext uri="{FF2B5EF4-FFF2-40B4-BE49-F238E27FC236}">
                <a16:creationId xmlns:a16="http://schemas.microsoft.com/office/drawing/2014/main" id="{7F4FA030-0131-7725-93A6-A0F72FA08EA8}"/>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953309B6-0DB0-022E-0831-6FA65940FC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7" name="Picture 6" descr="A red text on a white background&#10;&#10;AI-generated content may be incorrect.">
            <a:extLst>
              <a:ext uri="{FF2B5EF4-FFF2-40B4-BE49-F238E27FC236}">
                <a16:creationId xmlns:a16="http://schemas.microsoft.com/office/drawing/2014/main" id="{9900525F-95A8-6B9E-D15A-5F2BE537122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8498" y="516890"/>
            <a:ext cx="609600" cy="213360"/>
          </a:xfrm>
          <a:prstGeom prst="rect">
            <a:avLst/>
          </a:prstGeom>
        </p:spPr>
      </p:pic>
    </p:spTree>
    <p:extLst>
      <p:ext uri="{BB962C8B-B14F-4D97-AF65-F5344CB8AC3E}">
        <p14:creationId xmlns:p14="http://schemas.microsoft.com/office/powerpoint/2010/main" val="2001891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FDBA2-0C3F-81E8-B84B-5918AAA2BD6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C6379B8-89E9-E6A7-44F5-2827B8E70971}"/>
              </a:ext>
            </a:extLst>
          </p:cNvPr>
          <p:cNvSpPr>
            <a:spLocks noGrp="1"/>
          </p:cNvSpPr>
          <p:nvPr>
            <p:ph type="dt" sz="half" idx="10"/>
          </p:nvPr>
        </p:nvSpPr>
        <p:spPr/>
        <p:txBody>
          <a:bodyPr/>
          <a:lstStyle/>
          <a:p>
            <a:fld id="{8A516451-2541-43A5-A831-9C769C9DF156}" type="datetime1">
              <a:rPr lang="en-GB" smtClean="0"/>
              <a:t>21/08/2025</a:t>
            </a:fld>
            <a:endParaRPr lang="en-GB" dirty="0"/>
          </a:p>
        </p:txBody>
      </p:sp>
      <p:sp>
        <p:nvSpPr>
          <p:cNvPr id="5" name="Slide Number Placeholder 4">
            <a:extLst>
              <a:ext uri="{FF2B5EF4-FFF2-40B4-BE49-F238E27FC236}">
                <a16:creationId xmlns:a16="http://schemas.microsoft.com/office/drawing/2014/main" id="{7F4FA030-0131-7725-93A6-A0F72FA08EA8}"/>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953309B6-0DB0-022E-0831-6FA65940FC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8" name="Picture 7" descr="A colorful squares with pink and blue text&#10;&#10;AI-generated content may be incorrect.">
            <a:extLst>
              <a:ext uri="{FF2B5EF4-FFF2-40B4-BE49-F238E27FC236}">
                <a16:creationId xmlns:a16="http://schemas.microsoft.com/office/drawing/2014/main" id="{EAA31A9E-B1A3-DFBC-F8D3-A4C07723B13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1753" y="452677"/>
            <a:ext cx="568421" cy="216000"/>
          </a:xfrm>
          <a:prstGeom prst="rect">
            <a:avLst/>
          </a:prstGeom>
        </p:spPr>
      </p:pic>
    </p:spTree>
    <p:extLst>
      <p:ext uri="{BB962C8B-B14F-4D97-AF65-F5344CB8AC3E}">
        <p14:creationId xmlns:p14="http://schemas.microsoft.com/office/powerpoint/2010/main" val="3138200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FDBA2-0C3F-81E8-B84B-5918AAA2BD6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C6379B8-89E9-E6A7-44F5-2827B8E70971}"/>
              </a:ext>
            </a:extLst>
          </p:cNvPr>
          <p:cNvSpPr>
            <a:spLocks noGrp="1"/>
          </p:cNvSpPr>
          <p:nvPr>
            <p:ph type="dt" sz="half" idx="10"/>
          </p:nvPr>
        </p:nvSpPr>
        <p:spPr/>
        <p:txBody>
          <a:bodyPr/>
          <a:lstStyle/>
          <a:p>
            <a:fld id="{34F46B20-EDB2-4E8F-AA1F-9F3D231E9261}" type="datetime1">
              <a:rPr lang="en-GB" smtClean="0"/>
              <a:t>21/08/2025</a:t>
            </a:fld>
            <a:endParaRPr lang="en-GB" dirty="0"/>
          </a:p>
        </p:txBody>
      </p:sp>
      <p:sp>
        <p:nvSpPr>
          <p:cNvPr id="5" name="Slide Number Placeholder 4">
            <a:extLst>
              <a:ext uri="{FF2B5EF4-FFF2-40B4-BE49-F238E27FC236}">
                <a16:creationId xmlns:a16="http://schemas.microsoft.com/office/drawing/2014/main" id="{7F4FA030-0131-7725-93A6-A0F72FA08EA8}"/>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953309B6-0DB0-022E-0831-6FA65940FC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7" name="Picture 6">
            <a:extLst>
              <a:ext uri="{FF2B5EF4-FFF2-40B4-BE49-F238E27FC236}">
                <a16:creationId xmlns:a16="http://schemas.microsoft.com/office/drawing/2014/main" id="{75D8171C-2CE8-F25A-36E3-D591358AFB1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02916" y="465037"/>
            <a:ext cx="1878264" cy="216000"/>
          </a:xfrm>
          <a:prstGeom prst="rect">
            <a:avLst/>
          </a:prstGeom>
        </p:spPr>
      </p:pic>
    </p:spTree>
    <p:extLst>
      <p:ext uri="{BB962C8B-B14F-4D97-AF65-F5344CB8AC3E}">
        <p14:creationId xmlns:p14="http://schemas.microsoft.com/office/powerpoint/2010/main" val="3855168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FDBA2-0C3F-81E8-B84B-5918AAA2BD6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C6379B8-89E9-E6A7-44F5-2827B8E70971}"/>
              </a:ext>
            </a:extLst>
          </p:cNvPr>
          <p:cNvSpPr>
            <a:spLocks noGrp="1"/>
          </p:cNvSpPr>
          <p:nvPr>
            <p:ph type="dt" sz="half" idx="10"/>
          </p:nvPr>
        </p:nvSpPr>
        <p:spPr/>
        <p:txBody>
          <a:bodyPr/>
          <a:lstStyle/>
          <a:p>
            <a:fld id="{43957A06-F829-49D6-9992-F34FBE954342}" type="datetime1">
              <a:rPr lang="en-GB" smtClean="0"/>
              <a:t>21/08/2025</a:t>
            </a:fld>
            <a:endParaRPr lang="en-GB" dirty="0"/>
          </a:p>
        </p:txBody>
      </p:sp>
      <p:sp>
        <p:nvSpPr>
          <p:cNvPr id="5" name="Slide Number Placeholder 4">
            <a:extLst>
              <a:ext uri="{FF2B5EF4-FFF2-40B4-BE49-F238E27FC236}">
                <a16:creationId xmlns:a16="http://schemas.microsoft.com/office/drawing/2014/main" id="{7F4FA030-0131-7725-93A6-A0F72FA08EA8}"/>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953309B6-0DB0-022E-0831-6FA65940FC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8" name="Picture 7" descr="A close up of a logo&#10;&#10;AI-generated content may be incorrect.">
            <a:extLst>
              <a:ext uri="{FF2B5EF4-FFF2-40B4-BE49-F238E27FC236}">
                <a16:creationId xmlns:a16="http://schemas.microsoft.com/office/drawing/2014/main" id="{891724F6-791B-9370-2B08-D2F47365107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2828" y="501037"/>
            <a:ext cx="705882" cy="180000"/>
          </a:xfrm>
          <a:prstGeom prst="rect">
            <a:avLst/>
          </a:prstGeom>
        </p:spPr>
      </p:pic>
    </p:spTree>
    <p:extLst>
      <p:ext uri="{BB962C8B-B14F-4D97-AF65-F5344CB8AC3E}">
        <p14:creationId xmlns:p14="http://schemas.microsoft.com/office/powerpoint/2010/main" val="2305903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FDBA2-0C3F-81E8-B84B-5918AAA2BD6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C6379B8-89E9-E6A7-44F5-2827B8E70971}"/>
              </a:ext>
            </a:extLst>
          </p:cNvPr>
          <p:cNvSpPr>
            <a:spLocks noGrp="1"/>
          </p:cNvSpPr>
          <p:nvPr>
            <p:ph type="dt" sz="half" idx="10"/>
          </p:nvPr>
        </p:nvSpPr>
        <p:spPr/>
        <p:txBody>
          <a:bodyPr/>
          <a:lstStyle/>
          <a:p>
            <a:fld id="{26BB826B-8450-429F-8DCD-DEF838155BC9}" type="datetime1">
              <a:rPr lang="en-GB" smtClean="0"/>
              <a:t>21/08/2025</a:t>
            </a:fld>
            <a:endParaRPr lang="en-GB" dirty="0"/>
          </a:p>
        </p:txBody>
      </p:sp>
      <p:sp>
        <p:nvSpPr>
          <p:cNvPr id="5" name="Slide Number Placeholder 4">
            <a:extLst>
              <a:ext uri="{FF2B5EF4-FFF2-40B4-BE49-F238E27FC236}">
                <a16:creationId xmlns:a16="http://schemas.microsoft.com/office/drawing/2014/main" id="{7F4FA030-0131-7725-93A6-A0F72FA08EA8}"/>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953309B6-0DB0-022E-0831-6FA65940FC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7" name="Picture 6">
            <a:extLst>
              <a:ext uri="{FF2B5EF4-FFF2-40B4-BE49-F238E27FC236}">
                <a16:creationId xmlns:a16="http://schemas.microsoft.com/office/drawing/2014/main" id="{AEC5EF69-BBC5-F7FB-223A-30E6A1D3B42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01248" y="503237"/>
            <a:ext cx="609601" cy="143256"/>
          </a:xfrm>
          <a:prstGeom prst="rect">
            <a:avLst/>
          </a:prstGeom>
        </p:spPr>
      </p:pic>
    </p:spTree>
    <p:extLst>
      <p:ext uri="{BB962C8B-B14F-4D97-AF65-F5344CB8AC3E}">
        <p14:creationId xmlns:p14="http://schemas.microsoft.com/office/powerpoint/2010/main" val="677521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FDBA2-0C3F-81E8-B84B-5918AAA2BD6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C6379B8-89E9-E6A7-44F5-2827B8E70971}"/>
              </a:ext>
            </a:extLst>
          </p:cNvPr>
          <p:cNvSpPr>
            <a:spLocks noGrp="1"/>
          </p:cNvSpPr>
          <p:nvPr>
            <p:ph type="dt" sz="half" idx="10"/>
          </p:nvPr>
        </p:nvSpPr>
        <p:spPr/>
        <p:txBody>
          <a:bodyPr/>
          <a:lstStyle/>
          <a:p>
            <a:fld id="{C80BCF1F-0974-4803-875D-B2208338E6B7}" type="datetime1">
              <a:rPr lang="en-GB" smtClean="0"/>
              <a:t>21/08/2025</a:t>
            </a:fld>
            <a:endParaRPr lang="en-GB" dirty="0"/>
          </a:p>
        </p:txBody>
      </p:sp>
      <p:sp>
        <p:nvSpPr>
          <p:cNvPr id="5" name="Slide Number Placeholder 4">
            <a:extLst>
              <a:ext uri="{FF2B5EF4-FFF2-40B4-BE49-F238E27FC236}">
                <a16:creationId xmlns:a16="http://schemas.microsoft.com/office/drawing/2014/main" id="{7F4FA030-0131-7725-93A6-A0F72FA08EA8}"/>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953309B6-0DB0-022E-0831-6FA65940FC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8" name="Picture 7" descr="A black background with white lines&#10;&#10;AI-generated content may be incorrect.">
            <a:extLst>
              <a:ext uri="{FF2B5EF4-FFF2-40B4-BE49-F238E27FC236}">
                <a16:creationId xmlns:a16="http://schemas.microsoft.com/office/drawing/2014/main" id="{A1C9C45B-6F14-7125-A505-B2479FA9DC8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00458" y="442250"/>
            <a:ext cx="576000" cy="288000"/>
          </a:xfrm>
          <a:prstGeom prst="rect">
            <a:avLst/>
          </a:prstGeom>
        </p:spPr>
      </p:pic>
    </p:spTree>
    <p:extLst>
      <p:ext uri="{BB962C8B-B14F-4D97-AF65-F5344CB8AC3E}">
        <p14:creationId xmlns:p14="http://schemas.microsoft.com/office/powerpoint/2010/main" val="23127913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FDBA2-0C3F-81E8-B84B-5918AAA2BD6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C6379B8-89E9-E6A7-44F5-2827B8E70971}"/>
              </a:ext>
            </a:extLst>
          </p:cNvPr>
          <p:cNvSpPr>
            <a:spLocks noGrp="1"/>
          </p:cNvSpPr>
          <p:nvPr>
            <p:ph type="dt" sz="half" idx="10"/>
          </p:nvPr>
        </p:nvSpPr>
        <p:spPr/>
        <p:txBody>
          <a:bodyPr/>
          <a:lstStyle/>
          <a:p>
            <a:fld id="{612365CB-7334-43C5-A4D0-3977243BCD12}" type="datetime1">
              <a:rPr lang="en-GB" smtClean="0"/>
              <a:t>21/08/2025</a:t>
            </a:fld>
            <a:endParaRPr lang="en-GB" dirty="0"/>
          </a:p>
        </p:txBody>
      </p:sp>
      <p:sp>
        <p:nvSpPr>
          <p:cNvPr id="5" name="Slide Number Placeholder 4">
            <a:extLst>
              <a:ext uri="{FF2B5EF4-FFF2-40B4-BE49-F238E27FC236}">
                <a16:creationId xmlns:a16="http://schemas.microsoft.com/office/drawing/2014/main" id="{7F4FA030-0131-7725-93A6-A0F72FA08EA8}"/>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953309B6-0DB0-022E-0831-6FA65940FC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9" name="Picture 8" descr="A black background with a black square&#10;&#10;AI-generated content may be incorrect.">
            <a:extLst>
              <a:ext uri="{FF2B5EF4-FFF2-40B4-BE49-F238E27FC236}">
                <a16:creationId xmlns:a16="http://schemas.microsoft.com/office/drawing/2014/main" id="{D59C58F8-1775-C51C-1ECC-52C111CE448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00445" y="429037"/>
            <a:ext cx="663156" cy="252000"/>
          </a:xfrm>
          <a:prstGeom prst="rect">
            <a:avLst/>
          </a:prstGeom>
        </p:spPr>
      </p:pic>
    </p:spTree>
    <p:extLst>
      <p:ext uri="{BB962C8B-B14F-4D97-AF65-F5344CB8AC3E}">
        <p14:creationId xmlns:p14="http://schemas.microsoft.com/office/powerpoint/2010/main" val="12941141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4EB15-9F90-EC3C-445E-5E66E5B60B5A}"/>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57A86C5D-4434-A9D7-CFEB-BD8F6B4B5B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BE90CC64-3C41-BC9F-9F04-5BF7814EA8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4">
            <a:extLst>
              <a:ext uri="{FF2B5EF4-FFF2-40B4-BE49-F238E27FC236}">
                <a16:creationId xmlns:a16="http://schemas.microsoft.com/office/drawing/2014/main" id="{41C645C2-0512-0BAD-C119-DFD2E3002FD3}"/>
              </a:ext>
            </a:extLst>
          </p:cNvPr>
          <p:cNvSpPr>
            <a:spLocks noGrp="1"/>
          </p:cNvSpPr>
          <p:nvPr>
            <p:ph type="dt" sz="half" idx="10"/>
          </p:nvPr>
        </p:nvSpPr>
        <p:spPr/>
        <p:txBody>
          <a:bodyPr/>
          <a:lstStyle/>
          <a:p>
            <a:fld id="{E349067A-4565-4AEB-9B02-2F60E9A499A7}" type="datetime1">
              <a:rPr lang="en-GB" smtClean="0"/>
              <a:t>21/08/2025</a:t>
            </a:fld>
            <a:endParaRPr lang="en-GB" dirty="0"/>
          </a:p>
        </p:txBody>
      </p:sp>
      <p:sp>
        <p:nvSpPr>
          <p:cNvPr id="7" name="Slide Number Placeholder 6">
            <a:extLst>
              <a:ext uri="{FF2B5EF4-FFF2-40B4-BE49-F238E27FC236}">
                <a16:creationId xmlns:a16="http://schemas.microsoft.com/office/drawing/2014/main" id="{F9CFAC35-AF33-3918-A553-13DACF1EB754}"/>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FD5284ED-8774-085C-CC78-F697293A380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8359148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CEE72-8773-02D4-985F-D897E7129603}"/>
              </a:ext>
            </a:extLst>
          </p:cNvPr>
          <p:cNvSpPr>
            <a:spLocks noGrp="1"/>
          </p:cNvSpPr>
          <p:nvPr>
            <p:ph type="title"/>
          </p:nvPr>
        </p:nvSpPr>
        <p:spPr>
          <a:xfrm>
            <a:off x="839788" y="365125"/>
            <a:ext cx="10515600" cy="1325563"/>
          </a:xfrm>
        </p:spPr>
        <p:txBody>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7ED056B5-B3ED-136A-F1F4-161D2FA9EF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327742-F920-C5FA-6D0E-88D8511A20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a:extLst>
              <a:ext uri="{FF2B5EF4-FFF2-40B4-BE49-F238E27FC236}">
                <a16:creationId xmlns:a16="http://schemas.microsoft.com/office/drawing/2014/main" id="{2F5EEAE2-CB58-E5ED-F038-F1F09FFE88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9A6574-8710-2A51-3127-95B8212170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Date Placeholder 6">
            <a:extLst>
              <a:ext uri="{FF2B5EF4-FFF2-40B4-BE49-F238E27FC236}">
                <a16:creationId xmlns:a16="http://schemas.microsoft.com/office/drawing/2014/main" id="{9BF5C909-22FF-DE9A-91C2-B31AD17DCB40}"/>
              </a:ext>
            </a:extLst>
          </p:cNvPr>
          <p:cNvSpPr>
            <a:spLocks noGrp="1"/>
          </p:cNvSpPr>
          <p:nvPr>
            <p:ph type="dt" sz="half" idx="10"/>
          </p:nvPr>
        </p:nvSpPr>
        <p:spPr/>
        <p:txBody>
          <a:bodyPr/>
          <a:lstStyle/>
          <a:p>
            <a:fld id="{003F26D2-664A-4BF5-9986-8C17B96FC5FC}" type="datetime1">
              <a:rPr lang="en-GB" smtClean="0"/>
              <a:t>21/08/2025</a:t>
            </a:fld>
            <a:endParaRPr lang="en-GB" dirty="0"/>
          </a:p>
        </p:txBody>
      </p:sp>
      <p:sp>
        <p:nvSpPr>
          <p:cNvPr id="9" name="Slide Number Placeholder 8">
            <a:extLst>
              <a:ext uri="{FF2B5EF4-FFF2-40B4-BE49-F238E27FC236}">
                <a16:creationId xmlns:a16="http://schemas.microsoft.com/office/drawing/2014/main" id="{33E20008-D5C9-409E-AB2D-B65BECD654BB}"/>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10" name="Picture 9">
            <a:extLst>
              <a:ext uri="{FF2B5EF4-FFF2-40B4-BE49-F238E27FC236}">
                <a16:creationId xmlns:a16="http://schemas.microsoft.com/office/drawing/2014/main" id="{AF8F68A0-4D37-BD47-5B3F-5DF3364E35E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1160906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DA5D8-4E91-26F9-52F8-797DF3632519}"/>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70CDA6EA-E557-9FCC-79E8-848E56A7F336}"/>
              </a:ext>
            </a:extLst>
          </p:cNvPr>
          <p:cNvSpPr>
            <a:spLocks noGrp="1"/>
          </p:cNvSpPr>
          <p:nvPr>
            <p:ph type="dt" sz="half" idx="10"/>
          </p:nvPr>
        </p:nvSpPr>
        <p:spPr/>
        <p:txBody>
          <a:bodyPr/>
          <a:lstStyle/>
          <a:p>
            <a:fld id="{BA19A651-E0BA-47DB-8857-396277ED9DDB}" type="datetime1">
              <a:rPr lang="en-GB" smtClean="0"/>
              <a:t>21/08/2025</a:t>
            </a:fld>
            <a:endParaRPr lang="en-GB" dirty="0"/>
          </a:p>
        </p:txBody>
      </p:sp>
      <p:sp>
        <p:nvSpPr>
          <p:cNvPr id="5" name="Slide Number Placeholder 4">
            <a:extLst>
              <a:ext uri="{FF2B5EF4-FFF2-40B4-BE49-F238E27FC236}">
                <a16:creationId xmlns:a16="http://schemas.microsoft.com/office/drawing/2014/main" id="{E95E7723-45C2-3D58-0FFC-D07028E9CDC5}"/>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330436FF-2319-A76E-7989-0FA7C71D0B8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23334149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7CEF26-1A33-AFBF-E61A-F0D531BF4337}"/>
              </a:ext>
            </a:extLst>
          </p:cNvPr>
          <p:cNvSpPr>
            <a:spLocks noGrp="1"/>
          </p:cNvSpPr>
          <p:nvPr>
            <p:ph type="dt" sz="half" idx="10"/>
          </p:nvPr>
        </p:nvSpPr>
        <p:spPr/>
        <p:txBody>
          <a:bodyPr/>
          <a:lstStyle/>
          <a:p>
            <a:fld id="{3D0E665A-41E1-4D77-AAEF-41BC6FF67C99}" type="datetime1">
              <a:rPr lang="en-GB" smtClean="0"/>
              <a:t>21/08/2025</a:t>
            </a:fld>
            <a:endParaRPr lang="en-GB" dirty="0"/>
          </a:p>
        </p:txBody>
      </p:sp>
      <p:sp>
        <p:nvSpPr>
          <p:cNvPr id="4" name="Slide Number Placeholder 3">
            <a:extLst>
              <a:ext uri="{FF2B5EF4-FFF2-40B4-BE49-F238E27FC236}">
                <a16:creationId xmlns:a16="http://schemas.microsoft.com/office/drawing/2014/main" id="{5559D7B8-8BDE-BD02-1F4D-F27271BD1251}"/>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5" name="Picture 4">
            <a:extLst>
              <a:ext uri="{FF2B5EF4-FFF2-40B4-BE49-F238E27FC236}">
                <a16:creationId xmlns:a16="http://schemas.microsoft.com/office/drawing/2014/main" id="{7C882890-A6A9-225D-5F75-A63D66EEC96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27903302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2A033-1CEE-4D77-93DA-794FFB4CA5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BE4B9FAC-0056-BBBC-5EFF-03B9BD8242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a:extLst>
              <a:ext uri="{FF2B5EF4-FFF2-40B4-BE49-F238E27FC236}">
                <a16:creationId xmlns:a16="http://schemas.microsoft.com/office/drawing/2014/main" id="{2F746947-2E3B-B0E9-9124-8840B1F6B0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18DCE1-5E4C-8915-D607-722621AD5950}"/>
              </a:ext>
            </a:extLst>
          </p:cNvPr>
          <p:cNvSpPr>
            <a:spLocks noGrp="1"/>
          </p:cNvSpPr>
          <p:nvPr>
            <p:ph type="dt" sz="half" idx="10"/>
          </p:nvPr>
        </p:nvSpPr>
        <p:spPr/>
        <p:txBody>
          <a:bodyPr/>
          <a:lstStyle/>
          <a:p>
            <a:fld id="{FF0BA51B-1116-4C66-B189-FDAC080439C7}" type="datetime1">
              <a:rPr lang="en-GB" smtClean="0"/>
              <a:t>21/08/2025</a:t>
            </a:fld>
            <a:endParaRPr lang="en-GB" dirty="0"/>
          </a:p>
        </p:txBody>
      </p:sp>
      <p:sp>
        <p:nvSpPr>
          <p:cNvPr id="7" name="Slide Number Placeholder 6">
            <a:extLst>
              <a:ext uri="{FF2B5EF4-FFF2-40B4-BE49-F238E27FC236}">
                <a16:creationId xmlns:a16="http://schemas.microsoft.com/office/drawing/2014/main" id="{2B9B9FCB-6B15-250F-D883-15B2D69EAEEF}"/>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A26777CE-FB01-E6C2-AD4D-94B002701A9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0801727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5245D-3D05-D91C-3BBC-B74EF0387A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dirty="0"/>
          </a:p>
        </p:txBody>
      </p:sp>
      <p:sp>
        <p:nvSpPr>
          <p:cNvPr id="3" name="Picture Placeholder 2">
            <a:extLst>
              <a:ext uri="{FF2B5EF4-FFF2-40B4-BE49-F238E27FC236}">
                <a16:creationId xmlns:a16="http://schemas.microsoft.com/office/drawing/2014/main" id="{CE72B180-F0BC-D9E6-6016-9D73D4E740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dirty="0"/>
          </a:p>
        </p:txBody>
      </p:sp>
      <p:sp>
        <p:nvSpPr>
          <p:cNvPr id="4" name="Text Placeholder 3">
            <a:extLst>
              <a:ext uri="{FF2B5EF4-FFF2-40B4-BE49-F238E27FC236}">
                <a16:creationId xmlns:a16="http://schemas.microsoft.com/office/drawing/2014/main" id="{C089327C-25B9-9C38-D52E-F37B0680D0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FD64BA-A08D-5602-E190-621771FDF46A}"/>
              </a:ext>
            </a:extLst>
          </p:cNvPr>
          <p:cNvSpPr>
            <a:spLocks noGrp="1"/>
          </p:cNvSpPr>
          <p:nvPr>
            <p:ph type="dt" sz="half" idx="10"/>
          </p:nvPr>
        </p:nvSpPr>
        <p:spPr/>
        <p:txBody>
          <a:bodyPr/>
          <a:lstStyle/>
          <a:p>
            <a:fld id="{5DA33F08-FE93-410F-9B05-A534FEEDFE55}" type="datetime1">
              <a:rPr lang="en-GB" smtClean="0"/>
              <a:t>21/08/2025</a:t>
            </a:fld>
            <a:endParaRPr lang="en-GB" dirty="0"/>
          </a:p>
        </p:txBody>
      </p:sp>
      <p:sp>
        <p:nvSpPr>
          <p:cNvPr id="7" name="Slide Number Placeholder 6">
            <a:extLst>
              <a:ext uri="{FF2B5EF4-FFF2-40B4-BE49-F238E27FC236}">
                <a16:creationId xmlns:a16="http://schemas.microsoft.com/office/drawing/2014/main" id="{DD3988EB-75CE-A14C-3C3B-6B3CF8666963}"/>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19693967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6298C-1B90-F75D-C4CA-BBAF50890449}"/>
              </a:ext>
            </a:extLst>
          </p:cNvPr>
          <p:cNvSpPr>
            <a:spLocks noGrp="1"/>
          </p:cNvSpPr>
          <p:nvPr>
            <p:ph type="title"/>
          </p:nvPr>
        </p:nvSpPr>
        <p:spPr/>
        <p:txBody>
          <a:bodyPr/>
          <a:lstStyle/>
          <a:p>
            <a:r>
              <a:rPr lang="en-US"/>
              <a:t>Click to edit Master title style</a:t>
            </a:r>
            <a:endParaRPr lang="en-GB" dirty="0"/>
          </a:p>
        </p:txBody>
      </p:sp>
      <p:sp>
        <p:nvSpPr>
          <p:cNvPr id="3" name="Vertical Text Placeholder 2">
            <a:extLst>
              <a:ext uri="{FF2B5EF4-FFF2-40B4-BE49-F238E27FC236}">
                <a16:creationId xmlns:a16="http://schemas.microsoft.com/office/drawing/2014/main" id="{7B925E5E-85B6-0C5E-9DE2-CD6C908E74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AC05C33A-011B-0115-E32F-7198E3713772}"/>
              </a:ext>
            </a:extLst>
          </p:cNvPr>
          <p:cNvSpPr>
            <a:spLocks noGrp="1"/>
          </p:cNvSpPr>
          <p:nvPr>
            <p:ph type="dt" sz="half" idx="10"/>
          </p:nvPr>
        </p:nvSpPr>
        <p:spPr/>
        <p:txBody>
          <a:bodyPr/>
          <a:lstStyle/>
          <a:p>
            <a:fld id="{3970187D-865E-409D-83A7-C624CD67A276}" type="datetime1">
              <a:rPr lang="en-GB" smtClean="0"/>
              <a:t>21/08/2025</a:t>
            </a:fld>
            <a:endParaRPr lang="en-GB" dirty="0"/>
          </a:p>
        </p:txBody>
      </p:sp>
      <p:sp>
        <p:nvSpPr>
          <p:cNvPr id="6" name="Slide Number Placeholder 5">
            <a:extLst>
              <a:ext uri="{FF2B5EF4-FFF2-40B4-BE49-F238E27FC236}">
                <a16:creationId xmlns:a16="http://schemas.microsoft.com/office/drawing/2014/main" id="{A27EE33E-E861-E6A3-3FA9-3D5FA7E31856}"/>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7949035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D3A803-2783-2538-4B6A-5B9980F813B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dirty="0"/>
          </a:p>
        </p:txBody>
      </p:sp>
      <p:sp>
        <p:nvSpPr>
          <p:cNvPr id="3" name="Vertical Text Placeholder 2">
            <a:extLst>
              <a:ext uri="{FF2B5EF4-FFF2-40B4-BE49-F238E27FC236}">
                <a16:creationId xmlns:a16="http://schemas.microsoft.com/office/drawing/2014/main" id="{8231A3B4-893F-7A72-8950-D9C4DB59B2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EED30371-680C-901F-77C5-F852AEF3C93D}"/>
              </a:ext>
            </a:extLst>
          </p:cNvPr>
          <p:cNvSpPr>
            <a:spLocks noGrp="1"/>
          </p:cNvSpPr>
          <p:nvPr>
            <p:ph type="dt" sz="half" idx="10"/>
          </p:nvPr>
        </p:nvSpPr>
        <p:spPr/>
        <p:txBody>
          <a:bodyPr/>
          <a:lstStyle/>
          <a:p>
            <a:fld id="{70A8905F-8063-4926-9B81-5D032D4B0CF2}" type="datetime1">
              <a:rPr lang="en-GB" smtClean="0"/>
              <a:t>21/08/2025</a:t>
            </a:fld>
            <a:endParaRPr lang="en-GB" dirty="0"/>
          </a:p>
        </p:txBody>
      </p:sp>
      <p:sp>
        <p:nvSpPr>
          <p:cNvPr id="6" name="Slide Number Placeholder 5">
            <a:extLst>
              <a:ext uri="{FF2B5EF4-FFF2-40B4-BE49-F238E27FC236}">
                <a16:creationId xmlns:a16="http://schemas.microsoft.com/office/drawing/2014/main" id="{1BDC63FE-BF96-9846-D453-7502206673F9}"/>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2331235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4250B-AAE0-460C-1FF9-F46D5796C150}"/>
              </a:ext>
            </a:extLst>
          </p:cNvPr>
          <p:cNvSpPr>
            <a:spLocks noGrp="1"/>
          </p:cNvSpPr>
          <p:nvPr>
            <p:ph type="title"/>
          </p:nvPr>
        </p:nvSpPr>
        <p:spPr/>
        <p:txBody>
          <a:body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737C597A-54A6-1CD3-3C7E-1108112BBA0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7CC50CAF-1B01-F476-B4B8-0667C1A8DC07}"/>
              </a:ext>
            </a:extLst>
          </p:cNvPr>
          <p:cNvSpPr>
            <a:spLocks noGrp="1"/>
          </p:cNvSpPr>
          <p:nvPr>
            <p:ph type="dt" sz="half" idx="10"/>
          </p:nvPr>
        </p:nvSpPr>
        <p:spPr/>
        <p:txBody>
          <a:bodyPr/>
          <a:lstStyle/>
          <a:p>
            <a:fld id="{16EA6686-04E1-4858-8063-7AF079FA9729}" type="datetime1">
              <a:rPr lang="en-GB" smtClean="0"/>
              <a:t>21/08/2025</a:t>
            </a:fld>
            <a:endParaRPr lang="en-GB" dirty="0"/>
          </a:p>
        </p:txBody>
      </p:sp>
      <p:sp>
        <p:nvSpPr>
          <p:cNvPr id="6" name="Slide Number Placeholder 5">
            <a:extLst>
              <a:ext uri="{FF2B5EF4-FFF2-40B4-BE49-F238E27FC236}">
                <a16:creationId xmlns:a16="http://schemas.microsoft.com/office/drawing/2014/main" id="{7EDA8B23-FD2D-CBF2-D1B1-099F71695262}"/>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3BA550FF-9C01-656E-0DA4-CAA5206A84E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7693985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B005E-E619-55E9-269C-F23DEC1179C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D51E5D33-7A20-E292-EF9F-C71B5AC9D0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endParaRPr lang="en-GB" dirty="0"/>
          </a:p>
        </p:txBody>
      </p:sp>
      <p:sp>
        <p:nvSpPr>
          <p:cNvPr id="4" name="Date Placeholder 3">
            <a:extLst>
              <a:ext uri="{FF2B5EF4-FFF2-40B4-BE49-F238E27FC236}">
                <a16:creationId xmlns:a16="http://schemas.microsoft.com/office/drawing/2014/main" id="{6F36CE90-7144-2063-B45B-8D6EB7C54749}"/>
              </a:ext>
            </a:extLst>
          </p:cNvPr>
          <p:cNvSpPr>
            <a:spLocks noGrp="1"/>
          </p:cNvSpPr>
          <p:nvPr>
            <p:ph type="dt" sz="half" idx="10"/>
          </p:nvPr>
        </p:nvSpPr>
        <p:spPr/>
        <p:txBody>
          <a:bodyPr/>
          <a:lstStyle/>
          <a:p>
            <a:fld id="{AA397BF8-7EB3-4E22-B2FB-E4D308376094}" type="datetime1">
              <a:rPr lang="en-GB" smtClean="0"/>
              <a:t>21/08/2025</a:t>
            </a:fld>
            <a:endParaRPr lang="en-GB" dirty="0"/>
          </a:p>
        </p:txBody>
      </p:sp>
      <p:sp>
        <p:nvSpPr>
          <p:cNvPr id="6" name="Slide Number Placeholder 5">
            <a:extLst>
              <a:ext uri="{FF2B5EF4-FFF2-40B4-BE49-F238E27FC236}">
                <a16:creationId xmlns:a16="http://schemas.microsoft.com/office/drawing/2014/main" id="{1C6B700B-EC2D-0C72-5CCC-9A434F5380E9}"/>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B332CA24-535F-D466-96E7-5198D2C4101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spTree>
    <p:extLst>
      <p:ext uri="{BB962C8B-B14F-4D97-AF65-F5344CB8AC3E}">
        <p14:creationId xmlns:p14="http://schemas.microsoft.com/office/powerpoint/2010/main" val="25812084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4EB15-9F90-EC3C-445E-5E66E5B60B5A}"/>
              </a:ext>
            </a:extLst>
          </p:cNvPr>
          <p:cNvSpPr>
            <a:spLocks noGrp="1"/>
          </p:cNvSpPr>
          <p:nvPr>
            <p:ph type="title"/>
          </p:nvPr>
        </p:nvSpPr>
        <p:spPr/>
        <p:txBody>
          <a:body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57A86C5D-4434-A9D7-CFEB-BD8F6B4B5B2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BE90CC64-3C41-BC9F-9F04-5BF7814EA81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1C645C2-0512-0BAD-C119-DFD2E3002FD3}"/>
              </a:ext>
            </a:extLst>
          </p:cNvPr>
          <p:cNvSpPr>
            <a:spLocks noGrp="1"/>
          </p:cNvSpPr>
          <p:nvPr>
            <p:ph type="dt" sz="half" idx="10"/>
          </p:nvPr>
        </p:nvSpPr>
        <p:spPr/>
        <p:txBody>
          <a:bodyPr/>
          <a:lstStyle/>
          <a:p>
            <a:fld id="{B4508B31-2AB0-4731-A717-9C265F9358C6}" type="datetime1">
              <a:rPr lang="en-GB" smtClean="0"/>
              <a:t>21/08/2025</a:t>
            </a:fld>
            <a:endParaRPr lang="en-GB" dirty="0"/>
          </a:p>
        </p:txBody>
      </p:sp>
      <p:sp>
        <p:nvSpPr>
          <p:cNvPr id="7" name="Slide Number Placeholder 6">
            <a:extLst>
              <a:ext uri="{FF2B5EF4-FFF2-40B4-BE49-F238E27FC236}">
                <a16:creationId xmlns:a16="http://schemas.microsoft.com/office/drawing/2014/main" id="{F9CFAC35-AF33-3918-A553-13DACF1EB754}"/>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FD5284ED-8774-085C-CC78-F697293A380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25196079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CEE72-8773-02D4-985F-D897E7129603}"/>
              </a:ext>
            </a:extLst>
          </p:cNvPr>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7ED056B5-B3ED-136A-F1F4-161D2FA9EF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dirty="0"/>
          </a:p>
        </p:txBody>
      </p:sp>
      <p:sp>
        <p:nvSpPr>
          <p:cNvPr id="4" name="Content Placeholder 3">
            <a:extLst>
              <a:ext uri="{FF2B5EF4-FFF2-40B4-BE49-F238E27FC236}">
                <a16:creationId xmlns:a16="http://schemas.microsoft.com/office/drawing/2014/main" id="{2E327742-F920-C5FA-6D0E-88D8511A20C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a:extLst>
              <a:ext uri="{FF2B5EF4-FFF2-40B4-BE49-F238E27FC236}">
                <a16:creationId xmlns:a16="http://schemas.microsoft.com/office/drawing/2014/main" id="{2F5EEAE2-CB58-E5ED-F038-F1F09FFE88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dirty="0"/>
          </a:p>
        </p:txBody>
      </p:sp>
      <p:sp>
        <p:nvSpPr>
          <p:cNvPr id="6" name="Content Placeholder 5">
            <a:extLst>
              <a:ext uri="{FF2B5EF4-FFF2-40B4-BE49-F238E27FC236}">
                <a16:creationId xmlns:a16="http://schemas.microsoft.com/office/drawing/2014/main" id="{119A6574-8710-2A51-3127-95B82121708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a:extLst>
              <a:ext uri="{FF2B5EF4-FFF2-40B4-BE49-F238E27FC236}">
                <a16:creationId xmlns:a16="http://schemas.microsoft.com/office/drawing/2014/main" id="{9BF5C909-22FF-DE9A-91C2-B31AD17DCB40}"/>
              </a:ext>
            </a:extLst>
          </p:cNvPr>
          <p:cNvSpPr>
            <a:spLocks noGrp="1"/>
          </p:cNvSpPr>
          <p:nvPr>
            <p:ph type="dt" sz="half" idx="10"/>
          </p:nvPr>
        </p:nvSpPr>
        <p:spPr/>
        <p:txBody>
          <a:bodyPr/>
          <a:lstStyle/>
          <a:p>
            <a:fld id="{E3B4812E-F4FB-46FD-9E7C-907D63D1F18D}" type="datetime1">
              <a:rPr lang="en-GB" smtClean="0"/>
              <a:t>21/08/2025</a:t>
            </a:fld>
            <a:endParaRPr lang="en-GB" dirty="0"/>
          </a:p>
        </p:txBody>
      </p:sp>
      <p:sp>
        <p:nvSpPr>
          <p:cNvPr id="9" name="Slide Number Placeholder 8">
            <a:extLst>
              <a:ext uri="{FF2B5EF4-FFF2-40B4-BE49-F238E27FC236}">
                <a16:creationId xmlns:a16="http://schemas.microsoft.com/office/drawing/2014/main" id="{33E20008-D5C9-409E-AB2D-B65BECD654BB}"/>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10" name="Picture 9">
            <a:extLst>
              <a:ext uri="{FF2B5EF4-FFF2-40B4-BE49-F238E27FC236}">
                <a16:creationId xmlns:a16="http://schemas.microsoft.com/office/drawing/2014/main" id="{AF8F68A0-4D37-BD47-5B3F-5DF3364E35E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11632963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DA5D8-4E91-26F9-52F8-797DF3632519}"/>
              </a:ext>
            </a:extLst>
          </p:cNvPr>
          <p:cNvSpPr>
            <a:spLocks noGrp="1"/>
          </p:cNvSpPr>
          <p:nvPr>
            <p:ph type="title"/>
          </p:nvPr>
        </p:nvSpPr>
        <p:spPr/>
        <p:txBody>
          <a:bodyPr/>
          <a:lstStyle/>
          <a:p>
            <a:r>
              <a:rPr lang="en-GB"/>
              <a:t>Click to edit Master title style</a:t>
            </a:r>
            <a:endParaRPr lang="en-GB" dirty="0"/>
          </a:p>
        </p:txBody>
      </p:sp>
      <p:sp>
        <p:nvSpPr>
          <p:cNvPr id="3" name="Date Placeholder 2">
            <a:extLst>
              <a:ext uri="{FF2B5EF4-FFF2-40B4-BE49-F238E27FC236}">
                <a16:creationId xmlns:a16="http://schemas.microsoft.com/office/drawing/2014/main" id="{70CDA6EA-E557-9FCC-79E8-848E56A7F336}"/>
              </a:ext>
            </a:extLst>
          </p:cNvPr>
          <p:cNvSpPr>
            <a:spLocks noGrp="1"/>
          </p:cNvSpPr>
          <p:nvPr>
            <p:ph type="dt" sz="half" idx="10"/>
          </p:nvPr>
        </p:nvSpPr>
        <p:spPr/>
        <p:txBody>
          <a:bodyPr/>
          <a:lstStyle/>
          <a:p>
            <a:fld id="{6A5AF2F6-F1F4-451B-AEA0-97E489D8943A}" type="datetime1">
              <a:rPr lang="en-GB" smtClean="0"/>
              <a:t>21/08/2025</a:t>
            </a:fld>
            <a:endParaRPr lang="en-GB" dirty="0"/>
          </a:p>
        </p:txBody>
      </p:sp>
      <p:sp>
        <p:nvSpPr>
          <p:cNvPr id="5" name="Slide Number Placeholder 4">
            <a:extLst>
              <a:ext uri="{FF2B5EF4-FFF2-40B4-BE49-F238E27FC236}">
                <a16:creationId xmlns:a16="http://schemas.microsoft.com/office/drawing/2014/main" id="{E95E7723-45C2-3D58-0FFC-D07028E9CDC5}"/>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330436FF-2319-A76E-7989-0FA7C71D0B8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5314078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7CEF26-1A33-AFBF-E61A-F0D531BF4337}"/>
              </a:ext>
            </a:extLst>
          </p:cNvPr>
          <p:cNvSpPr>
            <a:spLocks noGrp="1"/>
          </p:cNvSpPr>
          <p:nvPr>
            <p:ph type="dt" sz="half" idx="10"/>
          </p:nvPr>
        </p:nvSpPr>
        <p:spPr/>
        <p:txBody>
          <a:bodyPr/>
          <a:lstStyle/>
          <a:p>
            <a:fld id="{A1830FED-5137-4ECA-B30E-1109C78CED7B}" type="datetime1">
              <a:rPr lang="en-GB" smtClean="0"/>
              <a:t>21/08/2025</a:t>
            </a:fld>
            <a:endParaRPr lang="en-GB" dirty="0"/>
          </a:p>
        </p:txBody>
      </p:sp>
      <p:sp>
        <p:nvSpPr>
          <p:cNvPr id="4" name="Slide Number Placeholder 3">
            <a:extLst>
              <a:ext uri="{FF2B5EF4-FFF2-40B4-BE49-F238E27FC236}">
                <a16:creationId xmlns:a16="http://schemas.microsoft.com/office/drawing/2014/main" id="{5559D7B8-8BDE-BD02-1F4D-F27271BD1251}"/>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5" name="Picture 4">
            <a:extLst>
              <a:ext uri="{FF2B5EF4-FFF2-40B4-BE49-F238E27FC236}">
                <a16:creationId xmlns:a16="http://schemas.microsoft.com/office/drawing/2014/main" id="{7C882890-A6A9-225D-5F75-A63D66EEC96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7239597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2A033-1CEE-4D77-93DA-794FFB4CA59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BE4B9FAC-0056-BBBC-5EFF-03B9BD8242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a:extLst>
              <a:ext uri="{FF2B5EF4-FFF2-40B4-BE49-F238E27FC236}">
                <a16:creationId xmlns:a16="http://schemas.microsoft.com/office/drawing/2014/main" id="{2F746947-2E3B-B0E9-9124-8840B1F6B0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dirty="0"/>
          </a:p>
        </p:txBody>
      </p:sp>
      <p:sp>
        <p:nvSpPr>
          <p:cNvPr id="5" name="Date Placeholder 4">
            <a:extLst>
              <a:ext uri="{FF2B5EF4-FFF2-40B4-BE49-F238E27FC236}">
                <a16:creationId xmlns:a16="http://schemas.microsoft.com/office/drawing/2014/main" id="{FA18DCE1-5E4C-8915-D607-722621AD5950}"/>
              </a:ext>
            </a:extLst>
          </p:cNvPr>
          <p:cNvSpPr>
            <a:spLocks noGrp="1"/>
          </p:cNvSpPr>
          <p:nvPr>
            <p:ph type="dt" sz="half" idx="10"/>
          </p:nvPr>
        </p:nvSpPr>
        <p:spPr/>
        <p:txBody>
          <a:bodyPr/>
          <a:lstStyle/>
          <a:p>
            <a:fld id="{7231330B-5045-4A0A-B610-A9935F0EBABB}" type="datetime1">
              <a:rPr lang="en-GB" smtClean="0"/>
              <a:t>21/08/2025</a:t>
            </a:fld>
            <a:endParaRPr lang="en-GB" dirty="0"/>
          </a:p>
        </p:txBody>
      </p:sp>
      <p:sp>
        <p:nvSpPr>
          <p:cNvPr id="7" name="Slide Number Placeholder 6">
            <a:extLst>
              <a:ext uri="{FF2B5EF4-FFF2-40B4-BE49-F238E27FC236}">
                <a16:creationId xmlns:a16="http://schemas.microsoft.com/office/drawing/2014/main" id="{2B9B9FCB-6B15-250F-D883-15B2D69EAEEF}"/>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A26777CE-FB01-E6C2-AD4D-94B002701A9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3287047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5245D-3D05-D91C-3BBC-B74EF0387AA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a:extLst>
              <a:ext uri="{FF2B5EF4-FFF2-40B4-BE49-F238E27FC236}">
                <a16:creationId xmlns:a16="http://schemas.microsoft.com/office/drawing/2014/main" id="{CE72B180-F0BC-D9E6-6016-9D73D4E740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a:extLst>
              <a:ext uri="{FF2B5EF4-FFF2-40B4-BE49-F238E27FC236}">
                <a16:creationId xmlns:a16="http://schemas.microsoft.com/office/drawing/2014/main" id="{C089327C-25B9-9C38-D52E-F37B0680D0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dirty="0"/>
          </a:p>
        </p:txBody>
      </p:sp>
      <p:sp>
        <p:nvSpPr>
          <p:cNvPr id="5" name="Date Placeholder 4">
            <a:extLst>
              <a:ext uri="{FF2B5EF4-FFF2-40B4-BE49-F238E27FC236}">
                <a16:creationId xmlns:a16="http://schemas.microsoft.com/office/drawing/2014/main" id="{14FD64BA-A08D-5602-E190-621771FDF46A}"/>
              </a:ext>
            </a:extLst>
          </p:cNvPr>
          <p:cNvSpPr>
            <a:spLocks noGrp="1"/>
          </p:cNvSpPr>
          <p:nvPr>
            <p:ph type="dt" sz="half" idx="10"/>
          </p:nvPr>
        </p:nvSpPr>
        <p:spPr/>
        <p:txBody>
          <a:bodyPr/>
          <a:lstStyle/>
          <a:p>
            <a:fld id="{01FD5831-8644-4467-9E26-F0459C536429}" type="datetime1">
              <a:rPr lang="en-GB" smtClean="0"/>
              <a:t>21/08/2025</a:t>
            </a:fld>
            <a:endParaRPr lang="en-GB" dirty="0"/>
          </a:p>
        </p:txBody>
      </p:sp>
      <p:sp>
        <p:nvSpPr>
          <p:cNvPr id="7" name="Slide Number Placeholder 6">
            <a:extLst>
              <a:ext uri="{FF2B5EF4-FFF2-40B4-BE49-F238E27FC236}">
                <a16:creationId xmlns:a16="http://schemas.microsoft.com/office/drawing/2014/main" id="{DD3988EB-75CE-A14C-3C3B-6B3CF8666963}"/>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39101250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6298C-1B90-F75D-C4CA-BBAF50890449}"/>
              </a:ext>
            </a:extLst>
          </p:cNvPr>
          <p:cNvSpPr>
            <a:spLocks noGrp="1"/>
          </p:cNvSpPr>
          <p:nvPr>
            <p:ph type="title"/>
          </p:nvPr>
        </p:nvSpPr>
        <p:spPr/>
        <p:txBody>
          <a:bodyPr/>
          <a:lstStyle/>
          <a:p>
            <a:r>
              <a:rPr lang="en-GB"/>
              <a:t>Click to edit Master title style</a:t>
            </a:r>
            <a:endParaRPr lang="en-GB" dirty="0"/>
          </a:p>
        </p:txBody>
      </p:sp>
      <p:sp>
        <p:nvSpPr>
          <p:cNvPr id="3" name="Vertical Text Placeholder 2">
            <a:extLst>
              <a:ext uri="{FF2B5EF4-FFF2-40B4-BE49-F238E27FC236}">
                <a16:creationId xmlns:a16="http://schemas.microsoft.com/office/drawing/2014/main" id="{7B925E5E-85B6-0C5E-9DE2-CD6C908E740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AC05C33A-011B-0115-E32F-7198E3713772}"/>
              </a:ext>
            </a:extLst>
          </p:cNvPr>
          <p:cNvSpPr>
            <a:spLocks noGrp="1"/>
          </p:cNvSpPr>
          <p:nvPr>
            <p:ph type="dt" sz="half" idx="10"/>
          </p:nvPr>
        </p:nvSpPr>
        <p:spPr/>
        <p:txBody>
          <a:bodyPr/>
          <a:lstStyle/>
          <a:p>
            <a:fld id="{1D83846A-9E8F-4D0C-853B-28EF109582FC}" type="datetime1">
              <a:rPr lang="en-GB" smtClean="0"/>
              <a:t>21/08/2025</a:t>
            </a:fld>
            <a:endParaRPr lang="en-GB" dirty="0"/>
          </a:p>
        </p:txBody>
      </p:sp>
      <p:sp>
        <p:nvSpPr>
          <p:cNvPr id="6" name="Slide Number Placeholder 5">
            <a:extLst>
              <a:ext uri="{FF2B5EF4-FFF2-40B4-BE49-F238E27FC236}">
                <a16:creationId xmlns:a16="http://schemas.microsoft.com/office/drawing/2014/main" id="{A27EE33E-E861-E6A3-3FA9-3D5FA7E31856}"/>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257425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D3A803-2783-2538-4B6A-5B9980F813B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a:extLst>
              <a:ext uri="{FF2B5EF4-FFF2-40B4-BE49-F238E27FC236}">
                <a16:creationId xmlns:a16="http://schemas.microsoft.com/office/drawing/2014/main" id="{8231A3B4-893F-7A72-8950-D9C4DB59B23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EED30371-680C-901F-77C5-F852AEF3C93D}"/>
              </a:ext>
            </a:extLst>
          </p:cNvPr>
          <p:cNvSpPr>
            <a:spLocks noGrp="1"/>
          </p:cNvSpPr>
          <p:nvPr>
            <p:ph type="dt" sz="half" idx="10"/>
          </p:nvPr>
        </p:nvSpPr>
        <p:spPr/>
        <p:txBody>
          <a:bodyPr/>
          <a:lstStyle/>
          <a:p>
            <a:fld id="{C04783B8-BF84-43B7-B1E3-AB1B98D07458}" type="datetime1">
              <a:rPr lang="en-GB" smtClean="0"/>
              <a:t>21/08/2025</a:t>
            </a:fld>
            <a:endParaRPr lang="en-GB" dirty="0"/>
          </a:p>
        </p:txBody>
      </p:sp>
      <p:sp>
        <p:nvSpPr>
          <p:cNvPr id="6" name="Slide Number Placeholder 5">
            <a:extLst>
              <a:ext uri="{FF2B5EF4-FFF2-40B4-BE49-F238E27FC236}">
                <a16:creationId xmlns:a16="http://schemas.microsoft.com/office/drawing/2014/main" id="{1BDC63FE-BF96-9846-D453-7502206673F9}"/>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1037105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theme" Target="../theme/theme2.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84794A-525E-FC69-434D-EC3DC7F345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4425A220-B51B-B40B-772E-AF635E9B2A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7DD37CB7-9E17-6013-DEE9-C5ADE1C93E5D}"/>
              </a:ext>
            </a:extLst>
          </p:cNvPr>
          <p:cNvSpPr>
            <a:spLocks noGrp="1"/>
          </p:cNvSpPr>
          <p:nvPr>
            <p:ph type="dt" sz="half" idx="2"/>
          </p:nvPr>
        </p:nvSpPr>
        <p:spPr>
          <a:xfrm>
            <a:off x="838200" y="3175"/>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A41DFE-F16F-45DC-A858-FD8F04677CAD}" type="datetime1">
              <a:rPr lang="en-GB" smtClean="0"/>
              <a:t>21/08/2025</a:t>
            </a:fld>
            <a:endParaRPr lang="en-GB" dirty="0"/>
          </a:p>
        </p:txBody>
      </p:sp>
      <p:sp>
        <p:nvSpPr>
          <p:cNvPr id="6" name="Slide Number Placeholder 5">
            <a:extLst>
              <a:ext uri="{FF2B5EF4-FFF2-40B4-BE49-F238E27FC236}">
                <a16:creationId xmlns:a16="http://schemas.microsoft.com/office/drawing/2014/main" id="{BD8DF0FC-660B-63D6-ED06-F3A5390954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7D1622-3182-4A52-8877-4F19CDE4B62E}" type="slidenum">
              <a:rPr lang="en-GB" smtClean="0"/>
              <a:t>‹#›</a:t>
            </a:fld>
            <a:endParaRPr lang="en-GB" dirty="0"/>
          </a:p>
        </p:txBody>
      </p:sp>
    </p:spTree>
    <p:extLst>
      <p:ext uri="{BB962C8B-B14F-4D97-AF65-F5344CB8AC3E}">
        <p14:creationId xmlns:p14="http://schemas.microsoft.com/office/powerpoint/2010/main" val="4086701319"/>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80" r:id="rId3"/>
    <p:sldLayoutId id="2147483696" r:id="rId4"/>
    <p:sldLayoutId id="2147483660" r:id="rId5"/>
    <p:sldLayoutId id="2147483662" r:id="rId6"/>
    <p:sldLayoutId id="2147483664" r:id="rId7"/>
    <p:sldLayoutId id="2147483666" r:id="rId8"/>
    <p:sldLayoutId id="2147483672" r:id="rId9"/>
    <p:sldLayoutId id="2147483675" r:id="rId10"/>
    <p:sldLayoutId id="2147483678" r:id="rId11"/>
    <p:sldLayoutId id="2147483681" r:id="rId12"/>
    <p:sldLayoutId id="2147483652" r:id="rId13"/>
    <p:sldLayoutId id="2147483653" r:id="rId14"/>
    <p:sldLayoutId id="2147483654" r:id="rId15"/>
    <p:sldLayoutId id="2147483655" r:id="rId16"/>
    <p:sldLayoutId id="2147483656" r:id="rId17"/>
    <p:sldLayoutId id="2147483657" r:id="rId18"/>
    <p:sldLayoutId id="2147483658" r:id="rId19"/>
    <p:sldLayoutId id="2147483659" r:id="rId20"/>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84794A-525E-FC69-434D-EC3DC7F345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4425A220-B51B-B40B-772E-AF635E9B2A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7DD37CB7-9E17-6013-DEE9-C5ADE1C93E5D}"/>
              </a:ext>
            </a:extLst>
          </p:cNvPr>
          <p:cNvSpPr>
            <a:spLocks noGrp="1"/>
          </p:cNvSpPr>
          <p:nvPr>
            <p:ph type="dt" sz="half" idx="2"/>
          </p:nvPr>
        </p:nvSpPr>
        <p:spPr>
          <a:xfrm>
            <a:off x="838200" y="3175"/>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250412-2DDD-4A29-8AF9-3C43A9F2F1F4}" type="datetime1">
              <a:rPr lang="en-GB" smtClean="0"/>
              <a:t>21/08/2025</a:t>
            </a:fld>
            <a:endParaRPr lang="en-GB" dirty="0"/>
          </a:p>
        </p:txBody>
      </p:sp>
      <p:sp>
        <p:nvSpPr>
          <p:cNvPr id="6" name="Slide Number Placeholder 5">
            <a:extLst>
              <a:ext uri="{FF2B5EF4-FFF2-40B4-BE49-F238E27FC236}">
                <a16:creationId xmlns:a16="http://schemas.microsoft.com/office/drawing/2014/main" id="{BD8DF0FC-660B-63D6-ED06-F3A5390954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7D1622-3182-4A52-8877-4F19CDE4B62E}" type="slidenum">
              <a:rPr lang="en-GB" smtClean="0"/>
              <a:t>‹#›</a:t>
            </a:fld>
            <a:endParaRPr lang="en-GB" dirty="0"/>
          </a:p>
        </p:txBody>
      </p:sp>
    </p:spTree>
    <p:extLst>
      <p:ext uri="{BB962C8B-B14F-4D97-AF65-F5344CB8AC3E}">
        <p14:creationId xmlns:p14="http://schemas.microsoft.com/office/powerpoint/2010/main" val="115369775"/>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7FCF7-EC36-6E16-ED42-6B67EE3F3A65}"/>
              </a:ext>
            </a:extLst>
          </p:cNvPr>
          <p:cNvSpPr>
            <a:spLocks noGrp="1"/>
          </p:cNvSpPr>
          <p:nvPr>
            <p:ph type="ctrTitle"/>
          </p:nvPr>
        </p:nvSpPr>
        <p:spPr/>
        <p:txBody>
          <a:bodyPr/>
          <a:lstStyle/>
          <a:p>
            <a:endParaRPr lang="en-GB" dirty="0"/>
          </a:p>
        </p:txBody>
      </p:sp>
      <p:sp>
        <p:nvSpPr>
          <p:cNvPr id="3" name="Subtitle 2">
            <a:extLst>
              <a:ext uri="{FF2B5EF4-FFF2-40B4-BE49-F238E27FC236}">
                <a16:creationId xmlns:a16="http://schemas.microsoft.com/office/drawing/2014/main" id="{96D26B09-BCFB-12D2-8A7E-9F77DE2E0563}"/>
              </a:ext>
            </a:extLst>
          </p:cNvPr>
          <p:cNvSpPr>
            <a:spLocks noGrp="1"/>
          </p:cNvSpPr>
          <p:nvPr>
            <p:ph type="subTitle" idx="1"/>
          </p:nvPr>
        </p:nvSpPr>
        <p:spPr/>
        <p:txBody>
          <a:bodyPr/>
          <a:lstStyle/>
          <a:p>
            <a:endParaRPr lang="en-GB" dirty="0"/>
          </a:p>
        </p:txBody>
      </p:sp>
      <p:sp>
        <p:nvSpPr>
          <p:cNvPr id="4" name="Slide Number Placeholder 3">
            <a:extLst>
              <a:ext uri="{FF2B5EF4-FFF2-40B4-BE49-F238E27FC236}">
                <a16:creationId xmlns:a16="http://schemas.microsoft.com/office/drawing/2014/main" id="{0EB33393-BBF3-F262-B7B7-CB3595A356C6}"/>
              </a:ext>
            </a:extLst>
          </p:cNvPr>
          <p:cNvSpPr>
            <a:spLocks noGrp="1"/>
          </p:cNvSpPr>
          <p:nvPr>
            <p:ph type="sldNum" sz="quarter" idx="12"/>
          </p:nvPr>
        </p:nvSpPr>
        <p:spPr/>
        <p:txBody>
          <a:bodyPr/>
          <a:lstStyle/>
          <a:p>
            <a:fld id="{5A7D1622-3182-4A52-8877-4F19CDE4B62E}" type="slidenum">
              <a:rPr lang="en-GB" smtClean="0"/>
              <a:t>1</a:t>
            </a:fld>
            <a:endParaRPr lang="en-GB" dirty="0"/>
          </a:p>
        </p:txBody>
      </p:sp>
      <p:sp>
        <p:nvSpPr>
          <p:cNvPr id="6" name="Date Placeholder 5">
            <a:extLst>
              <a:ext uri="{FF2B5EF4-FFF2-40B4-BE49-F238E27FC236}">
                <a16:creationId xmlns:a16="http://schemas.microsoft.com/office/drawing/2014/main" id="{BF74DA1C-770E-04F0-00F0-6D9763C77E55}"/>
              </a:ext>
            </a:extLst>
          </p:cNvPr>
          <p:cNvSpPr>
            <a:spLocks noGrp="1"/>
          </p:cNvSpPr>
          <p:nvPr>
            <p:ph type="dt" sz="half" idx="10"/>
          </p:nvPr>
        </p:nvSpPr>
        <p:spPr/>
        <p:txBody>
          <a:bodyPr/>
          <a:lstStyle/>
          <a:p>
            <a:fld id="{44404B62-F1A8-49C2-A8AB-47BD327A7AEC}" type="datetime1">
              <a:rPr lang="en-GB" smtClean="0"/>
              <a:t>21/08/2025</a:t>
            </a:fld>
            <a:endParaRPr lang="en-GB" dirty="0"/>
          </a:p>
        </p:txBody>
      </p:sp>
      <p:sp>
        <p:nvSpPr>
          <p:cNvPr id="7" name="Footer Placeholder 6">
            <a:extLst>
              <a:ext uri="{FF2B5EF4-FFF2-40B4-BE49-F238E27FC236}">
                <a16:creationId xmlns:a16="http://schemas.microsoft.com/office/drawing/2014/main" id="{3DFE140B-50E8-875B-A0E1-8851C165E79B}"/>
              </a:ext>
            </a:extLst>
          </p:cNvPr>
          <p:cNvSpPr>
            <a:spLocks noGrp="1"/>
          </p:cNvSpPr>
          <p:nvPr>
            <p:ph type="ftr" sz="quarter" idx="3"/>
          </p:nvPr>
        </p:nvSpPr>
        <p:spPr/>
        <p:txBody>
          <a:bodyPr/>
          <a:lstStyle/>
          <a:p>
            <a:endParaRPr lang="en-GB"/>
          </a:p>
          <a:p>
            <a:r>
              <a:rPr lang="en-GB"/>
              <a:t>“Funded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a:t>
            </a:r>
          </a:p>
          <a:p>
            <a:endParaRPr lang="en-GB" dirty="0"/>
          </a:p>
        </p:txBody>
      </p:sp>
    </p:spTree>
    <p:extLst>
      <p:ext uri="{BB962C8B-B14F-4D97-AF65-F5344CB8AC3E}">
        <p14:creationId xmlns:p14="http://schemas.microsoft.com/office/powerpoint/2010/main" val="1687507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7A42E-1DDD-5A63-D66C-16F1FC36371C}"/>
              </a:ext>
            </a:extLst>
          </p:cNvPr>
          <p:cNvSpPr>
            <a:spLocks noGrp="1"/>
          </p:cNvSpPr>
          <p:nvPr>
            <p:ph type="title"/>
          </p:nvPr>
        </p:nvSpPr>
        <p:spPr/>
        <p:txBody>
          <a:bodyPr/>
          <a:lstStyle/>
          <a:p>
            <a:endParaRPr lang="en-GB"/>
          </a:p>
        </p:txBody>
      </p:sp>
      <p:sp>
        <p:nvSpPr>
          <p:cNvPr id="3" name="Text Placeholder 2">
            <a:extLst>
              <a:ext uri="{FF2B5EF4-FFF2-40B4-BE49-F238E27FC236}">
                <a16:creationId xmlns:a16="http://schemas.microsoft.com/office/drawing/2014/main" id="{A7E6DFC2-8A09-71C0-9BA4-6D867AFAFEFF}"/>
              </a:ext>
            </a:extLst>
          </p:cNvPr>
          <p:cNvSpPr>
            <a:spLocks noGrp="1"/>
          </p:cNvSpPr>
          <p:nvPr>
            <p:ph type="body" idx="1"/>
          </p:nvPr>
        </p:nvSpPr>
        <p:spPr/>
        <p:txBody>
          <a:bodyPr/>
          <a:lstStyle/>
          <a:p>
            <a:endParaRPr lang="en-GB"/>
          </a:p>
        </p:txBody>
      </p:sp>
      <p:sp>
        <p:nvSpPr>
          <p:cNvPr id="4" name="Date Placeholder 3">
            <a:extLst>
              <a:ext uri="{FF2B5EF4-FFF2-40B4-BE49-F238E27FC236}">
                <a16:creationId xmlns:a16="http://schemas.microsoft.com/office/drawing/2014/main" id="{2C2E1068-51E3-ECA1-2441-20819D2C21FA}"/>
              </a:ext>
            </a:extLst>
          </p:cNvPr>
          <p:cNvSpPr>
            <a:spLocks noGrp="1"/>
          </p:cNvSpPr>
          <p:nvPr>
            <p:ph type="dt" sz="half" idx="10"/>
          </p:nvPr>
        </p:nvSpPr>
        <p:spPr/>
        <p:txBody>
          <a:bodyPr/>
          <a:lstStyle/>
          <a:p>
            <a:fld id="{55907DFB-3FFE-460D-B08B-B30675A28FFB}" type="datetime1">
              <a:rPr lang="en-GB" smtClean="0"/>
              <a:t>21/08/2025</a:t>
            </a:fld>
            <a:endParaRPr lang="en-GB" dirty="0"/>
          </a:p>
        </p:txBody>
      </p:sp>
      <p:sp>
        <p:nvSpPr>
          <p:cNvPr id="5" name="Slide Number Placeholder 4">
            <a:extLst>
              <a:ext uri="{FF2B5EF4-FFF2-40B4-BE49-F238E27FC236}">
                <a16:creationId xmlns:a16="http://schemas.microsoft.com/office/drawing/2014/main" id="{06433722-213D-FB87-5BEF-AEBED879A03C}"/>
              </a:ext>
            </a:extLst>
          </p:cNvPr>
          <p:cNvSpPr>
            <a:spLocks noGrp="1"/>
          </p:cNvSpPr>
          <p:nvPr>
            <p:ph type="sldNum" sz="quarter" idx="12"/>
          </p:nvPr>
        </p:nvSpPr>
        <p:spPr/>
        <p:txBody>
          <a:bodyPr/>
          <a:lstStyle/>
          <a:p>
            <a:fld id="{5A7D1622-3182-4A52-8877-4F19CDE4B62E}" type="slidenum">
              <a:rPr lang="en-GB" smtClean="0"/>
              <a:t>2</a:t>
            </a:fld>
            <a:endParaRPr lang="en-GB" dirty="0"/>
          </a:p>
        </p:txBody>
      </p:sp>
    </p:spTree>
    <p:extLst>
      <p:ext uri="{BB962C8B-B14F-4D97-AF65-F5344CB8AC3E}">
        <p14:creationId xmlns:p14="http://schemas.microsoft.com/office/powerpoint/2010/main" val="3793133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C5CE2-AFFA-8F69-855B-628E6F856858}"/>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9C13AD93-745E-1D0D-9E6B-AD1C52510BB2}"/>
              </a:ext>
            </a:extLst>
          </p:cNvPr>
          <p:cNvSpPr>
            <a:spLocks noGrp="1"/>
          </p:cNvSpPr>
          <p:nvPr>
            <p:ph idx="1"/>
          </p:nvPr>
        </p:nvSpPr>
        <p:spPr/>
        <p:txBody>
          <a:bodyPr/>
          <a:lstStyle/>
          <a:p>
            <a:endParaRPr lang="en-GB"/>
          </a:p>
        </p:txBody>
      </p:sp>
      <p:sp>
        <p:nvSpPr>
          <p:cNvPr id="4" name="Date Placeholder 3">
            <a:extLst>
              <a:ext uri="{FF2B5EF4-FFF2-40B4-BE49-F238E27FC236}">
                <a16:creationId xmlns:a16="http://schemas.microsoft.com/office/drawing/2014/main" id="{5E6F103D-216E-4A2F-A021-7F7B5FF8F9BE}"/>
              </a:ext>
            </a:extLst>
          </p:cNvPr>
          <p:cNvSpPr>
            <a:spLocks noGrp="1"/>
          </p:cNvSpPr>
          <p:nvPr>
            <p:ph type="dt" sz="half" idx="10"/>
          </p:nvPr>
        </p:nvSpPr>
        <p:spPr/>
        <p:txBody>
          <a:bodyPr/>
          <a:lstStyle/>
          <a:p>
            <a:fld id="{D74389EF-2ACD-48D6-8AB3-D09217EB0B92}" type="datetime1">
              <a:rPr lang="en-GB" smtClean="0"/>
              <a:t>21/08/2025</a:t>
            </a:fld>
            <a:endParaRPr lang="en-GB" dirty="0"/>
          </a:p>
        </p:txBody>
      </p:sp>
      <p:sp>
        <p:nvSpPr>
          <p:cNvPr id="5" name="Slide Number Placeholder 4">
            <a:extLst>
              <a:ext uri="{FF2B5EF4-FFF2-40B4-BE49-F238E27FC236}">
                <a16:creationId xmlns:a16="http://schemas.microsoft.com/office/drawing/2014/main" id="{70AF04BA-654F-EEDA-11A0-A96C9CB6900C}"/>
              </a:ext>
            </a:extLst>
          </p:cNvPr>
          <p:cNvSpPr>
            <a:spLocks noGrp="1"/>
          </p:cNvSpPr>
          <p:nvPr>
            <p:ph type="sldNum" sz="quarter" idx="12"/>
          </p:nvPr>
        </p:nvSpPr>
        <p:spPr/>
        <p:txBody>
          <a:bodyPr/>
          <a:lstStyle/>
          <a:p>
            <a:fld id="{5A7D1622-3182-4A52-8877-4F19CDE4B62E}" type="slidenum">
              <a:rPr lang="en-GB" smtClean="0"/>
              <a:t>3</a:t>
            </a:fld>
            <a:endParaRPr lang="en-GB" dirty="0"/>
          </a:p>
        </p:txBody>
      </p:sp>
    </p:spTree>
    <p:extLst>
      <p:ext uri="{BB962C8B-B14F-4D97-AF65-F5344CB8AC3E}">
        <p14:creationId xmlns:p14="http://schemas.microsoft.com/office/powerpoint/2010/main" val="152959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222F4-AA41-23F4-084C-B1B7E31D292A}"/>
              </a:ext>
            </a:extLst>
          </p:cNvPr>
          <p:cNvSpPr>
            <a:spLocks noGrp="1"/>
          </p:cNvSpPr>
          <p:nvPr>
            <p:ph type="title"/>
          </p:nvPr>
        </p:nvSpPr>
        <p:spPr/>
        <p:txBody>
          <a:bodyPr/>
          <a:lstStyle/>
          <a:p>
            <a:endParaRPr lang="en-GB"/>
          </a:p>
        </p:txBody>
      </p:sp>
      <p:sp>
        <p:nvSpPr>
          <p:cNvPr id="3" name="Date Placeholder 2">
            <a:extLst>
              <a:ext uri="{FF2B5EF4-FFF2-40B4-BE49-F238E27FC236}">
                <a16:creationId xmlns:a16="http://schemas.microsoft.com/office/drawing/2014/main" id="{0FD38A73-479E-3C51-A444-6870FE71E173}"/>
              </a:ext>
            </a:extLst>
          </p:cNvPr>
          <p:cNvSpPr>
            <a:spLocks noGrp="1"/>
          </p:cNvSpPr>
          <p:nvPr>
            <p:ph type="dt" sz="half" idx="10"/>
          </p:nvPr>
        </p:nvSpPr>
        <p:spPr/>
        <p:txBody>
          <a:bodyPr/>
          <a:lstStyle/>
          <a:p>
            <a:fld id="{612365CB-7334-43C5-A4D0-3977243BCD12}" type="datetime1">
              <a:rPr lang="en-GB" smtClean="0"/>
              <a:t>21/08/2025</a:t>
            </a:fld>
            <a:endParaRPr lang="en-GB" dirty="0"/>
          </a:p>
        </p:txBody>
      </p:sp>
      <p:sp>
        <p:nvSpPr>
          <p:cNvPr id="4" name="Slide Number Placeholder 3">
            <a:extLst>
              <a:ext uri="{FF2B5EF4-FFF2-40B4-BE49-F238E27FC236}">
                <a16:creationId xmlns:a16="http://schemas.microsoft.com/office/drawing/2014/main" id="{2BADE2F8-C1C0-B7B0-4F8A-FADDB7C051D4}"/>
              </a:ext>
            </a:extLst>
          </p:cNvPr>
          <p:cNvSpPr>
            <a:spLocks noGrp="1"/>
          </p:cNvSpPr>
          <p:nvPr>
            <p:ph type="sldNum" sz="quarter" idx="12"/>
          </p:nvPr>
        </p:nvSpPr>
        <p:spPr/>
        <p:txBody>
          <a:bodyPr/>
          <a:lstStyle/>
          <a:p>
            <a:fld id="{5A7D1622-3182-4A52-8877-4F19CDE4B62E}" type="slidenum">
              <a:rPr lang="en-GB" smtClean="0"/>
              <a:t>4</a:t>
            </a:fld>
            <a:endParaRPr lang="en-GB" dirty="0"/>
          </a:p>
        </p:txBody>
      </p:sp>
    </p:spTree>
    <p:extLst>
      <p:ext uri="{BB962C8B-B14F-4D97-AF65-F5344CB8AC3E}">
        <p14:creationId xmlns:p14="http://schemas.microsoft.com/office/powerpoint/2010/main" val="2305980009"/>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0E2841"/>
      </a:dk2>
      <a:lt2>
        <a:srgbClr val="E8E8E8"/>
      </a:lt2>
      <a:accent1>
        <a:srgbClr val="0A5963"/>
      </a:accent1>
      <a:accent2>
        <a:srgbClr val="00AFB9"/>
      </a:accent2>
      <a:accent3>
        <a:srgbClr val="6E0D25"/>
      </a:accent3>
      <a:accent4>
        <a:srgbClr val="E5DFDC"/>
      </a:accent4>
      <a:accent5>
        <a:srgbClr val="F07167"/>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RE Template.pptx" id="{5060FEAE-158E-4660-A940-339DDF2DBC9E}" vid="{A8DB2211-C2B3-4D82-90B1-EDD0D4E3DD1E}"/>
    </a:ext>
  </a:extLst>
</a:theme>
</file>

<file path=ppt/theme/theme2.xml><?xml version="1.0" encoding="utf-8"?>
<a:theme xmlns:a="http://schemas.openxmlformats.org/drawingml/2006/main" name="1_Office Theme">
  <a:themeElements>
    <a:clrScheme name="Custom 1">
      <a:dk1>
        <a:sysClr val="windowText" lastClr="000000"/>
      </a:dk1>
      <a:lt1>
        <a:sysClr val="window" lastClr="FFFFFF"/>
      </a:lt1>
      <a:dk2>
        <a:srgbClr val="0E2841"/>
      </a:dk2>
      <a:lt2>
        <a:srgbClr val="E8E8E8"/>
      </a:lt2>
      <a:accent1>
        <a:srgbClr val="0A5963"/>
      </a:accent1>
      <a:accent2>
        <a:srgbClr val="00AFB9"/>
      </a:accent2>
      <a:accent3>
        <a:srgbClr val="6E0D25"/>
      </a:accent3>
      <a:accent4>
        <a:srgbClr val="E5DFDC"/>
      </a:accent4>
      <a:accent5>
        <a:srgbClr val="F07167"/>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RE Template.pptx" id="{5060FEAE-158E-4660-A940-339DDF2DBC9E}" vid="{538EC92F-9DD9-4E1E-88F8-FC7766EAFE8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IRE Template</Template>
  <TotalTime>26</TotalTime>
  <Words>67</Words>
  <Application>Microsoft Office PowerPoint</Application>
  <PresentationFormat>Widescreen</PresentationFormat>
  <Paragraphs>14</Paragraphs>
  <Slides>4</Slides>
  <Notes>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4</vt:i4>
      </vt:variant>
    </vt:vector>
  </HeadingPairs>
  <TitlesOfParts>
    <vt:vector size="9" baseType="lpstr">
      <vt:lpstr>Aptos</vt:lpstr>
      <vt:lpstr>Aptos Display</vt:lpstr>
      <vt:lpstr>Arial</vt:lpstr>
      <vt:lpstr>Office Theme</vt:lpstr>
      <vt:lpstr>1_Office Theme</vt:lpstr>
      <vt:lpstr>PowerPoint Presentation</vt:lpstr>
      <vt:lpstr>PowerPoint Presentation</vt:lpstr>
      <vt:lpstr>PowerPoint Presentation</vt:lpstr>
      <vt:lpstr>PowerPoint Presentation</vt:lpstr>
    </vt:vector>
  </TitlesOfParts>
  <Company>University of Copenhagen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Jens Bønnekilde Gredsted</dc:creator>
  <cp:lastModifiedBy>Thomas Jens Bønnekilde Gredsted</cp:lastModifiedBy>
  <cp:revision>5</cp:revision>
  <dcterms:created xsi:type="dcterms:W3CDTF">2025-08-12T12:43:29Z</dcterms:created>
  <dcterms:modified xsi:type="dcterms:W3CDTF">2025-08-21T09:42:28Z</dcterms:modified>
</cp:coreProperties>
</file>