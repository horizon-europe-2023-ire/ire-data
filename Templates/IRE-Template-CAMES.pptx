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6"/>
  </p:notesMasterIdLst>
  <p:sldIdLst>
    <p:sldId id="256" r:id="rId3"/>
    <p:sldId id="257" r:id="rId4"/>
    <p:sldId id="258" r:id="rId5"/>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2" autoAdjust="0"/>
    <p:restoredTop sz="84962" autoAdjust="0"/>
  </p:normalViewPr>
  <p:slideViewPr>
    <p:cSldViewPr snapToGrid="0">
      <p:cViewPr varScale="1">
        <p:scale>
          <a:sx n="110" d="100"/>
          <a:sy n="110" d="100"/>
        </p:scale>
        <p:origin x="126" y="6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19/08/2025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3699966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194267266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19/08/2025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572F122A-B2D3-4420-B169-A72E1082C509}" type="datetime1">
              <a:rPr lang="en-GB" smtClean="0"/>
              <a:t>19/08/2025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a:extLst>
              <a:ext uri="{FF2B5EF4-FFF2-40B4-BE49-F238E27FC236}">
                <a16:creationId xmlns:a16="http://schemas.microsoft.com/office/drawing/2014/main" id="{0C96900E-3C65-D469-BB55-55576AA9B7B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02916" y="465111"/>
            <a:ext cx="1878264" cy="215852"/>
          </a:xfrm>
          <a:prstGeom prst="rect">
            <a:avLst/>
          </a:prstGeom>
        </p:spPr>
      </p:pic>
    </p:spTree>
    <p:extLst>
      <p:ext uri="{BB962C8B-B14F-4D97-AF65-F5344CB8AC3E}">
        <p14:creationId xmlns:p14="http://schemas.microsoft.com/office/powerpoint/2010/main" val="2715876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A01DA97A-EED2-4C76-8779-5D9ACC461295}" type="datetime1">
              <a:rPr lang="en-GB" smtClean="0"/>
              <a:t>19/08/2025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5" name="Picture 4">
            <a:extLst>
              <a:ext uri="{FF2B5EF4-FFF2-40B4-BE49-F238E27FC236}">
                <a16:creationId xmlns:a16="http://schemas.microsoft.com/office/drawing/2014/main" id="{7718C4A3-AEF2-871E-5601-EDC9640A4F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02916" y="465111"/>
            <a:ext cx="1878264" cy="215852"/>
          </a:xfrm>
          <a:prstGeom prst="rect">
            <a:avLst/>
          </a:prstGeom>
        </p:spPr>
      </p:pic>
    </p:spTree>
    <p:extLst>
      <p:ext uri="{BB962C8B-B14F-4D97-AF65-F5344CB8AC3E}">
        <p14:creationId xmlns:p14="http://schemas.microsoft.com/office/powerpoint/2010/main" val="29063697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19/08/2025</a:t>
            </a:fld>
            <a:endParaRPr lang="en-GB" dirty="0"/>
          </a:p>
        </p:txBody>
      </p:sp>
      <p:sp>
        <p:nvSpPr>
          <p:cNvPr id="5" name="Footer Placeholder 4">
            <a:extLst>
              <a:ext uri="{FF2B5EF4-FFF2-40B4-BE49-F238E27FC236}">
                <a16:creationId xmlns:a16="http://schemas.microsoft.com/office/drawing/2014/main" id="{2D94D1C2-B553-2426-00FF-EBB23D89707A}"/>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50" r:id="rId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19/08/2025</a:t>
            </a:fld>
            <a:endParaRPr lang="en-GB" dirty="0"/>
          </a:p>
        </p:txBody>
      </p:sp>
      <p:sp>
        <p:nvSpPr>
          <p:cNvPr id="5" name="Footer Placeholder 4">
            <a:extLst>
              <a:ext uri="{FF2B5EF4-FFF2-40B4-BE49-F238E27FC236}">
                <a16:creationId xmlns:a16="http://schemas.microsoft.com/office/drawing/2014/main" id="{2D94D1C2-B553-2426-00FF-EBB23D89707A}"/>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19/08/2025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D249-F642-61AE-DA97-43CE500015A0}"/>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3E2DB8AE-C385-1A42-C809-5397702DBA15}"/>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92BB7496-C338-E196-7B00-547B649D34DF}"/>
              </a:ext>
            </a:extLst>
          </p:cNvPr>
          <p:cNvSpPr>
            <a:spLocks noGrp="1"/>
          </p:cNvSpPr>
          <p:nvPr>
            <p:ph type="dt" sz="half" idx="10"/>
          </p:nvPr>
        </p:nvSpPr>
        <p:spPr/>
        <p:txBody>
          <a:bodyPr/>
          <a:lstStyle/>
          <a:p>
            <a:fld id="{572F122A-B2D3-4420-B169-A72E1082C509}" type="datetime1">
              <a:rPr lang="en-GB" smtClean="0"/>
              <a:t>19/08/2025</a:t>
            </a:fld>
            <a:endParaRPr lang="en-GB" dirty="0"/>
          </a:p>
        </p:txBody>
      </p:sp>
      <p:sp>
        <p:nvSpPr>
          <p:cNvPr id="5" name="Slide Number Placeholder 4">
            <a:extLst>
              <a:ext uri="{FF2B5EF4-FFF2-40B4-BE49-F238E27FC236}">
                <a16:creationId xmlns:a16="http://schemas.microsoft.com/office/drawing/2014/main" id="{346D3D37-1F7D-A756-985A-F43D60074463}"/>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3832927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C311-C346-23F1-E212-9E40CF18FD91}"/>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DE996A19-6834-A025-8280-AD856DF69FBA}"/>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D5A47AAE-3C31-6D4D-4BC7-32D744958DCE}"/>
              </a:ext>
            </a:extLst>
          </p:cNvPr>
          <p:cNvSpPr>
            <a:spLocks noGrp="1"/>
          </p:cNvSpPr>
          <p:nvPr>
            <p:ph type="dt" sz="half" idx="10"/>
          </p:nvPr>
        </p:nvSpPr>
        <p:spPr/>
        <p:txBody>
          <a:bodyPr/>
          <a:lstStyle/>
          <a:p>
            <a:fld id="{A01DA97A-EED2-4C76-8779-5D9ACC461295}" type="datetime1">
              <a:rPr lang="en-GB" smtClean="0"/>
              <a:t>19/08/2025</a:t>
            </a:fld>
            <a:endParaRPr lang="en-GB" dirty="0"/>
          </a:p>
        </p:txBody>
      </p:sp>
      <p:sp>
        <p:nvSpPr>
          <p:cNvPr id="5" name="Slide Number Placeholder 4">
            <a:extLst>
              <a:ext uri="{FF2B5EF4-FFF2-40B4-BE49-F238E27FC236}">
                <a16:creationId xmlns:a16="http://schemas.microsoft.com/office/drawing/2014/main" id="{246E8B3D-5F84-CD7C-5846-31160C6966EE}"/>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2480424250"/>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_cames.potx" id="{D9DECC96-3031-4CA7-A35B-E15231C2487B}" vid="{E09218AA-E01E-4773-8A2D-EDE72D4A701A}"/>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_cames.potx" id="{D9DECC96-3031-4CA7-A35B-E15231C2487B}" vid="{8516D23A-EF29-401E-9A2A-874B31D1FB1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Template_cames</Template>
  <TotalTime>2</TotalTime>
  <Words>64</Words>
  <Application>Microsoft Office PowerPoint</Application>
  <PresentationFormat>Widescreen</PresentationFormat>
  <Paragraphs>11</Paragraphs>
  <Slides>3</Slides>
  <Notes>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vt:i4>
      </vt:variant>
    </vt:vector>
  </HeadingPairs>
  <TitlesOfParts>
    <vt:vector size="8" baseType="lpstr">
      <vt:lpstr>Aptos</vt:lpstr>
      <vt:lpstr>Aptos Display</vt:lpstr>
      <vt:lpstr>Arial</vt:lpstr>
      <vt:lpstr>Office Theme</vt:lpstr>
      <vt:lpstr>1_Office Theme</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2</cp:revision>
  <dcterms:created xsi:type="dcterms:W3CDTF">2025-08-19T09:22:54Z</dcterms:created>
  <dcterms:modified xsi:type="dcterms:W3CDTF">2025-08-19T09:28:15Z</dcterms:modified>
</cp:coreProperties>
</file>