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7"/>
  </p:notesMasterIdLst>
  <p:sldIdLst>
    <p:sldId id="256" r:id="rId3"/>
    <p:sldId id="258" r:id="rId4"/>
    <p:sldId id="257" r:id="rId5"/>
    <p:sldId id="259"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7" autoAdjust="0"/>
    <p:restoredTop sz="89039" autoAdjust="0"/>
  </p:normalViewPr>
  <p:slideViewPr>
    <p:cSldViewPr snapToGrid="0">
      <p:cViewPr varScale="1">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21/08/2025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36385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1697765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2792683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4</a:t>
            </a:fld>
            <a:endParaRPr lang="en-GB" dirty="0"/>
          </a:p>
        </p:txBody>
      </p:sp>
    </p:spTree>
    <p:extLst>
      <p:ext uri="{BB962C8B-B14F-4D97-AF65-F5344CB8AC3E}">
        <p14:creationId xmlns:p14="http://schemas.microsoft.com/office/powerpoint/2010/main" val="109381011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66F9EAEE-0247-463C-9ECE-64702E8A0520}"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a:extLst>
              <a:ext uri="{FF2B5EF4-FFF2-40B4-BE49-F238E27FC236}">
                <a16:creationId xmlns:a16="http://schemas.microsoft.com/office/drawing/2014/main" id="{2B238FE0-1CFA-E793-8FAF-0E1B5C8281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248" y="503237"/>
            <a:ext cx="609601" cy="143256"/>
          </a:xfrm>
          <a:prstGeom prst="rect">
            <a:avLst/>
          </a:prstGeom>
        </p:spPr>
      </p:pic>
    </p:spTree>
    <p:extLst>
      <p:ext uri="{BB962C8B-B14F-4D97-AF65-F5344CB8AC3E}">
        <p14:creationId xmlns:p14="http://schemas.microsoft.com/office/powerpoint/2010/main" val="2394580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CF08C7F9-46B4-42F9-920A-04559E3E0773}"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03618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0619FB91-1CA0-41E7-9C5C-E4F5DB6D61C7}"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5" name="Picture 4">
            <a:extLst>
              <a:ext uri="{FF2B5EF4-FFF2-40B4-BE49-F238E27FC236}">
                <a16:creationId xmlns:a16="http://schemas.microsoft.com/office/drawing/2014/main" id="{736E42A2-62C6-28D7-7B67-BEC9E291705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248" y="503237"/>
            <a:ext cx="609601" cy="143256"/>
          </a:xfrm>
          <a:prstGeom prst="rect">
            <a:avLst/>
          </a:prstGeom>
        </p:spPr>
      </p:pic>
    </p:spTree>
    <p:extLst>
      <p:ext uri="{BB962C8B-B14F-4D97-AF65-F5344CB8AC3E}">
        <p14:creationId xmlns:p14="http://schemas.microsoft.com/office/powerpoint/2010/main" val="825344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26BB826B-8450-429F-8DCD-DEF838155BC9}"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7" name="Picture 6">
            <a:extLst>
              <a:ext uri="{FF2B5EF4-FFF2-40B4-BE49-F238E27FC236}">
                <a16:creationId xmlns:a16="http://schemas.microsoft.com/office/drawing/2014/main" id="{AEC5EF69-BBC5-F7FB-223A-30E6A1D3B4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248" y="503237"/>
            <a:ext cx="609601" cy="143256"/>
          </a:xfrm>
          <a:prstGeom prst="rect">
            <a:avLst/>
          </a:prstGeom>
        </p:spPr>
      </p:pic>
    </p:spTree>
    <p:extLst>
      <p:ext uri="{BB962C8B-B14F-4D97-AF65-F5344CB8AC3E}">
        <p14:creationId xmlns:p14="http://schemas.microsoft.com/office/powerpoint/2010/main" val="677521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E349067A-4565-4AEB-9B02-2F60E9A499A7}"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835914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003F26D2-664A-4BF5-9986-8C17B96FC5FC}"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11609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BA19A651-E0BA-47DB-8857-396277ED9DDB}"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333414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3D0E665A-41E1-4D77-AAEF-41BC6FF67C99}"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790330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FF0BA51B-1116-4C66-B189-FDAC080439C7}"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080172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5DA33F08-FE93-410F-9B05-A534FEEDFE55}"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969396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3970187D-865E-409D-83A7-C624CD67A276}"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794903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70A8905F-8063-4926-9B81-5D032D4B0CF2}"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33123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16EA6686-04E1-4858-8063-7AF079FA9729}"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769398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AA397BF8-7EB3-4E22-B2FB-E4D308376094}"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2581208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B4508B31-2AB0-4731-A717-9C265F9358C6}"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5196079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E3B4812E-F4FB-46FD-9E7C-907D63D1F18D}"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1163296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6A5AF2F6-F1F4-451B-AEA0-97E489D8943A}"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531407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A1830FED-5137-4ECA-B30E-1109C78CED7B}"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7239597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7231330B-5045-4A0A-B610-A9935F0EBABB}"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287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01FD5831-8644-4467-9E26-F0459C536429}"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3910125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1D83846A-9E8F-4D0C-853B-28EF109582FC}"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57425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C04783B8-BF84-43B7-B1E3-AB1B98D07458}"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03710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74" r:id="rId2"/>
    <p:sldLayoutId id="2147483682" r:id="rId3"/>
    <p:sldLayoutId id="2147483673" r:id="rId4"/>
    <p:sldLayoutId id="2147483675"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CF7-EC36-6E16-ED42-6B67EE3F3A65}"/>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96D26B09-BCFB-12D2-8A7E-9F77DE2E0563}"/>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0EB33393-BBF3-F262-B7B7-CB3595A356C6}"/>
              </a:ext>
            </a:extLst>
          </p:cNvPr>
          <p:cNvSpPr>
            <a:spLocks noGrp="1"/>
          </p:cNvSpPr>
          <p:nvPr>
            <p:ph type="sldNum" sz="quarter" idx="12"/>
          </p:nvPr>
        </p:nvSpPr>
        <p:spPr/>
        <p:txBody>
          <a:bodyPr/>
          <a:lstStyle/>
          <a:p>
            <a:fld id="{5A7D1622-3182-4A52-8877-4F19CDE4B62E}" type="slidenum">
              <a:rPr lang="en-GB" smtClean="0"/>
              <a:t>1</a:t>
            </a:fld>
            <a:endParaRPr lang="en-GB" dirty="0"/>
          </a:p>
        </p:txBody>
      </p:sp>
      <p:sp>
        <p:nvSpPr>
          <p:cNvPr id="6" name="Date Placeholder 5">
            <a:extLst>
              <a:ext uri="{FF2B5EF4-FFF2-40B4-BE49-F238E27FC236}">
                <a16:creationId xmlns:a16="http://schemas.microsoft.com/office/drawing/2014/main" id="{BF74DA1C-770E-04F0-00F0-6D9763C77E55}"/>
              </a:ext>
            </a:extLst>
          </p:cNvPr>
          <p:cNvSpPr>
            <a:spLocks noGrp="1"/>
          </p:cNvSpPr>
          <p:nvPr>
            <p:ph type="dt" sz="half" idx="10"/>
          </p:nvPr>
        </p:nvSpPr>
        <p:spPr/>
        <p:txBody>
          <a:bodyPr/>
          <a:lstStyle/>
          <a:p>
            <a:fld id="{44404B62-F1A8-49C2-A8AB-47BD327A7AEC}" type="datetime1">
              <a:rPr lang="en-GB" smtClean="0"/>
              <a:t>21/08/2025</a:t>
            </a:fld>
            <a:endParaRPr lang="en-GB" dirty="0"/>
          </a:p>
        </p:txBody>
      </p:sp>
      <p:sp>
        <p:nvSpPr>
          <p:cNvPr id="7" name="Footer Placeholder 6">
            <a:extLst>
              <a:ext uri="{FF2B5EF4-FFF2-40B4-BE49-F238E27FC236}">
                <a16:creationId xmlns:a16="http://schemas.microsoft.com/office/drawing/2014/main" id="{3DFE140B-50E8-875B-A0E1-8851C165E79B}"/>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687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EED59-3129-9D48-052F-7BA1087AA560}"/>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6D0F754B-9D06-BE76-054C-8282AEF7C394}"/>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7A122AD7-8F6D-C11A-1585-7BBB59D44786}"/>
              </a:ext>
            </a:extLst>
          </p:cNvPr>
          <p:cNvSpPr>
            <a:spLocks noGrp="1"/>
          </p:cNvSpPr>
          <p:nvPr>
            <p:ph type="dt" sz="half" idx="10"/>
          </p:nvPr>
        </p:nvSpPr>
        <p:spPr/>
        <p:txBody>
          <a:bodyPr/>
          <a:lstStyle/>
          <a:p>
            <a:fld id="{66F9EAEE-0247-463C-9ECE-64702E8A0520}" type="datetime1">
              <a:rPr lang="en-GB" smtClean="0"/>
              <a:t>21/08/2025</a:t>
            </a:fld>
            <a:endParaRPr lang="en-GB" dirty="0"/>
          </a:p>
        </p:txBody>
      </p:sp>
      <p:sp>
        <p:nvSpPr>
          <p:cNvPr id="5" name="Slide Number Placeholder 4">
            <a:extLst>
              <a:ext uri="{FF2B5EF4-FFF2-40B4-BE49-F238E27FC236}">
                <a16:creationId xmlns:a16="http://schemas.microsoft.com/office/drawing/2014/main" id="{F8CD1101-456F-9466-DB60-1A039E796704}"/>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2530253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F231A-37A2-0028-C9EE-37C707BD37B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290C31A-0A11-B913-9005-F98F30183785}"/>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C6C7BB4C-0FE2-498A-6029-FEF3C0A4B5A6}"/>
              </a:ext>
            </a:extLst>
          </p:cNvPr>
          <p:cNvSpPr>
            <a:spLocks noGrp="1"/>
          </p:cNvSpPr>
          <p:nvPr>
            <p:ph type="dt" sz="half" idx="10"/>
          </p:nvPr>
        </p:nvSpPr>
        <p:spPr/>
        <p:txBody>
          <a:bodyPr/>
          <a:lstStyle/>
          <a:p>
            <a:fld id="{0619FB91-1CA0-41E7-9C5C-E4F5DB6D61C7}" type="datetime1">
              <a:rPr lang="en-GB" smtClean="0"/>
              <a:t>21/08/2025</a:t>
            </a:fld>
            <a:endParaRPr lang="en-GB" dirty="0"/>
          </a:p>
        </p:txBody>
      </p:sp>
      <p:sp>
        <p:nvSpPr>
          <p:cNvPr id="5" name="Slide Number Placeholder 4">
            <a:extLst>
              <a:ext uri="{FF2B5EF4-FFF2-40B4-BE49-F238E27FC236}">
                <a16:creationId xmlns:a16="http://schemas.microsoft.com/office/drawing/2014/main" id="{F92D19F2-121A-5029-1AA2-C48CDB554063}"/>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2894034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BBD50-FA19-D5B6-D325-1D292A67F362}"/>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39758D23-2A6F-8F8D-23E7-25DDFB8F6B8F}"/>
              </a:ext>
            </a:extLst>
          </p:cNvPr>
          <p:cNvSpPr>
            <a:spLocks noGrp="1"/>
          </p:cNvSpPr>
          <p:nvPr>
            <p:ph type="dt" sz="half" idx="10"/>
          </p:nvPr>
        </p:nvSpPr>
        <p:spPr/>
        <p:txBody>
          <a:bodyPr/>
          <a:lstStyle/>
          <a:p>
            <a:fld id="{26BB826B-8450-429F-8DCD-DEF838155BC9}" type="datetime1">
              <a:rPr lang="en-GB" smtClean="0"/>
              <a:t>21/08/2025</a:t>
            </a:fld>
            <a:endParaRPr lang="en-GB" dirty="0"/>
          </a:p>
        </p:txBody>
      </p:sp>
      <p:sp>
        <p:nvSpPr>
          <p:cNvPr id="4" name="Slide Number Placeholder 3">
            <a:extLst>
              <a:ext uri="{FF2B5EF4-FFF2-40B4-BE49-F238E27FC236}">
                <a16:creationId xmlns:a16="http://schemas.microsoft.com/office/drawing/2014/main" id="{13C5916A-889B-BE40-25B5-96EBDC4F0245}"/>
              </a:ext>
            </a:extLst>
          </p:cNvPr>
          <p:cNvSpPr>
            <a:spLocks noGrp="1"/>
          </p:cNvSpPr>
          <p:nvPr>
            <p:ph type="sldNum" sz="quarter" idx="12"/>
          </p:nvPr>
        </p:nvSpPr>
        <p:spPr/>
        <p:txBody>
          <a:bodyPr/>
          <a:lstStyle/>
          <a:p>
            <a:fld id="{5A7D1622-3182-4A52-8877-4F19CDE4B62E}" type="slidenum">
              <a:rPr lang="en-GB" smtClean="0"/>
              <a:t>4</a:t>
            </a:fld>
            <a:endParaRPr lang="en-GB" dirty="0"/>
          </a:p>
        </p:txBody>
      </p:sp>
    </p:spTree>
    <p:extLst>
      <p:ext uri="{BB962C8B-B14F-4D97-AF65-F5344CB8AC3E}">
        <p14:creationId xmlns:p14="http://schemas.microsoft.com/office/powerpoint/2010/main" val="3155107497"/>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A8DB2211-C2B3-4D82-90B1-EDD0D4E3DD1E}"/>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538EC92F-9DD9-4E1E-88F8-FC7766EAFE8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Template>
  <TotalTime>39</TotalTime>
  <Words>67</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5</cp:revision>
  <dcterms:created xsi:type="dcterms:W3CDTF">2025-08-12T12:43:29Z</dcterms:created>
  <dcterms:modified xsi:type="dcterms:W3CDTF">2025-08-21T09:25:08Z</dcterms:modified>
</cp:coreProperties>
</file>