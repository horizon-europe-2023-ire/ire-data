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4" r:id="rId2"/>
  </p:sldMasterIdLst>
  <p:notesMasterIdLst>
    <p:notesMasterId r:id="rId7"/>
  </p:notesMasterIdLst>
  <p:sldIdLst>
    <p:sldId id="256" r:id="rId3"/>
    <p:sldId id="258" r:id="rId4"/>
    <p:sldId id="257" r:id="rId5"/>
    <p:sldId id="259" r:id="rId6"/>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4997" autoAdjust="0"/>
    <p:restoredTop sz="89039" autoAdjust="0"/>
  </p:normalViewPr>
  <p:slideViewPr>
    <p:cSldViewPr snapToGrid="0">
      <p:cViewPr varScale="1">
        <p:scale>
          <a:sx n="75" d="100"/>
          <a:sy n="75" d="100"/>
        </p:scale>
        <p:origin x="32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91DE-1A95-40CA-88CC-DF61513632D0}" type="datetimeFigureOut">
              <a:rPr lang="en-GB" smtClean="0"/>
              <a:t>21/08/2025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BEC7E-AD94-4F4B-86DB-3B8C9D6048E2}" type="slidenum">
              <a:rPr lang="en-GB" smtClean="0"/>
              <a:t>‹#›</a:t>
            </a:fld>
            <a:endParaRPr lang="en-GB" dirty="0"/>
          </a:p>
        </p:txBody>
      </p:sp>
    </p:spTree>
    <p:extLst>
      <p:ext uri="{BB962C8B-B14F-4D97-AF65-F5344CB8AC3E}">
        <p14:creationId xmlns:p14="http://schemas.microsoft.com/office/powerpoint/2010/main" val="1724846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1</a:t>
            </a:fld>
            <a:endParaRPr lang="en-GB" dirty="0"/>
          </a:p>
        </p:txBody>
      </p:sp>
    </p:spTree>
    <p:extLst>
      <p:ext uri="{BB962C8B-B14F-4D97-AF65-F5344CB8AC3E}">
        <p14:creationId xmlns:p14="http://schemas.microsoft.com/office/powerpoint/2010/main" val="126031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2</a:t>
            </a:fld>
            <a:endParaRPr lang="en-GB" dirty="0"/>
          </a:p>
        </p:txBody>
      </p:sp>
    </p:spTree>
    <p:extLst>
      <p:ext uri="{BB962C8B-B14F-4D97-AF65-F5344CB8AC3E}">
        <p14:creationId xmlns:p14="http://schemas.microsoft.com/office/powerpoint/2010/main" val="42252965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3</a:t>
            </a:fld>
            <a:endParaRPr lang="en-GB" dirty="0"/>
          </a:p>
        </p:txBody>
      </p:sp>
    </p:spTree>
    <p:extLst>
      <p:ext uri="{BB962C8B-B14F-4D97-AF65-F5344CB8AC3E}">
        <p14:creationId xmlns:p14="http://schemas.microsoft.com/office/powerpoint/2010/main" val="948273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D4ABEC7E-AD94-4F4B-86DB-3B8C9D6048E2}" type="slidenum">
              <a:rPr lang="en-GB" smtClean="0"/>
              <a:t>4</a:t>
            </a:fld>
            <a:endParaRPr lang="en-GB" dirty="0"/>
          </a:p>
        </p:txBody>
      </p:sp>
    </p:spTree>
    <p:extLst>
      <p:ext uri="{BB962C8B-B14F-4D97-AF65-F5344CB8AC3E}">
        <p14:creationId xmlns:p14="http://schemas.microsoft.com/office/powerpoint/2010/main" val="3544208328"/>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jp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21814-2254-B7DD-238B-AEA79F705F57}"/>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1119F643-C264-E81C-6ED1-3FA62F563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4" name="Date Placeholder 3">
            <a:extLst>
              <a:ext uri="{FF2B5EF4-FFF2-40B4-BE49-F238E27FC236}">
                <a16:creationId xmlns:a16="http://schemas.microsoft.com/office/drawing/2014/main" id="{FC490750-009F-3DC4-6E3B-FC64881777A9}"/>
              </a:ext>
            </a:extLst>
          </p:cNvPr>
          <p:cNvSpPr>
            <a:spLocks noGrp="1"/>
          </p:cNvSpPr>
          <p:nvPr>
            <p:ph type="dt" sz="half" idx="10"/>
          </p:nvPr>
        </p:nvSpPr>
        <p:spPr/>
        <p:txBody>
          <a:bodyPr/>
          <a:lstStyle/>
          <a:p>
            <a:fld id="{6B91D4CF-392B-40F8-82D8-82CB515B64EF}" type="datetime1">
              <a:rPr lang="en-GB" smtClean="0"/>
              <a:t>21/08/2025</a:t>
            </a:fld>
            <a:endParaRPr lang="en-GB" dirty="0"/>
          </a:p>
        </p:txBody>
      </p:sp>
      <p:sp>
        <p:nvSpPr>
          <p:cNvPr id="6" name="Slide Number Placeholder 5">
            <a:extLst>
              <a:ext uri="{FF2B5EF4-FFF2-40B4-BE49-F238E27FC236}">
                <a16:creationId xmlns:a16="http://schemas.microsoft.com/office/drawing/2014/main" id="{9CB7556B-230C-0E4B-25A0-5B719B95D382}"/>
              </a:ext>
            </a:extLst>
          </p:cNvPr>
          <p:cNvSpPr>
            <a:spLocks noGrp="1"/>
          </p:cNvSpPr>
          <p:nvPr>
            <p:ph type="sldNum" sz="quarter" idx="12"/>
          </p:nvPr>
        </p:nvSpPr>
        <p:spPr/>
        <p:txBody>
          <a:bodyPr/>
          <a:lstStyle>
            <a:lvl1pPr>
              <a:defRPr/>
            </a:lvl1pPr>
          </a:lstStyle>
          <a:p>
            <a:fld id="{4F501E3D-C6D3-482A-A999-3EA9CAA9AFF8}" type="slidenum">
              <a:rPr lang="en-GB" smtClean="0"/>
              <a:pPr/>
              <a:t>‹#›</a:t>
            </a:fld>
            <a:endParaRPr lang="en-GB" dirty="0"/>
          </a:p>
        </p:txBody>
      </p:sp>
      <p:pic>
        <p:nvPicPr>
          <p:cNvPr id="7" name="Picture 6">
            <a:extLst>
              <a:ext uri="{FF2B5EF4-FFF2-40B4-BE49-F238E27FC236}">
                <a16:creationId xmlns:a16="http://schemas.microsoft.com/office/drawing/2014/main" id="{3B58B4A4-F6B7-7E06-2C7E-CD1019DB713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9" name="Picture 8" descr="A blue square with yellow stars and a blue rectangle with text&#10;&#10;AI-generated content may be incorrect.">
            <a:extLst>
              <a:ext uri="{FF2B5EF4-FFF2-40B4-BE49-F238E27FC236}">
                <a16:creationId xmlns:a16="http://schemas.microsoft.com/office/drawing/2014/main" id="{C7519D1B-F553-2FC1-5B9C-0F520CD08BA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3913" y="6233870"/>
            <a:ext cx="1500775" cy="518009"/>
          </a:xfrm>
          <a:prstGeom prst="rect">
            <a:avLst/>
          </a:prstGeom>
        </p:spPr>
      </p:pic>
      <p:pic>
        <p:nvPicPr>
          <p:cNvPr id="27" name="Picture 26">
            <a:extLst>
              <a:ext uri="{FF2B5EF4-FFF2-40B4-BE49-F238E27FC236}">
                <a16:creationId xmlns:a16="http://schemas.microsoft.com/office/drawing/2014/main" id="{C079A575-B626-70CA-C7EF-051DAD17B8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112699" y="1336336"/>
            <a:ext cx="919151" cy="216000"/>
          </a:xfrm>
          <a:prstGeom prst="rect">
            <a:avLst/>
          </a:prstGeom>
        </p:spPr>
      </p:pic>
      <p:pic>
        <p:nvPicPr>
          <p:cNvPr id="29" name="Picture 28" descr="A red text on a white background&#10;&#10;AI-generated content may be incorrect.">
            <a:extLst>
              <a:ext uri="{FF2B5EF4-FFF2-40B4-BE49-F238E27FC236}">
                <a16:creationId xmlns:a16="http://schemas.microsoft.com/office/drawing/2014/main" id="{F73430BA-CE91-B5B4-FF14-D2A954AD400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37573" y="1294262"/>
            <a:ext cx="822857" cy="288000"/>
          </a:xfrm>
          <a:prstGeom prst="rect">
            <a:avLst/>
          </a:prstGeom>
        </p:spPr>
      </p:pic>
      <p:pic>
        <p:nvPicPr>
          <p:cNvPr id="31" name="Picture 30" descr="A colorful squares with pink and blue text&#10;&#10;AI-generated content may be incorrect.">
            <a:extLst>
              <a:ext uri="{FF2B5EF4-FFF2-40B4-BE49-F238E27FC236}">
                <a16:creationId xmlns:a16="http://schemas.microsoft.com/office/drawing/2014/main" id="{5B0A7C30-AC8F-2FC0-6E1A-D891A1E24348}"/>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31357" y="1280202"/>
            <a:ext cx="757895" cy="288000"/>
          </a:xfrm>
          <a:prstGeom prst="rect">
            <a:avLst/>
          </a:prstGeom>
        </p:spPr>
      </p:pic>
      <p:pic>
        <p:nvPicPr>
          <p:cNvPr id="33" name="Picture 32">
            <a:extLst>
              <a:ext uri="{FF2B5EF4-FFF2-40B4-BE49-F238E27FC236}">
                <a16:creationId xmlns:a16="http://schemas.microsoft.com/office/drawing/2014/main" id="{34A62EFA-0657-295C-F2ED-A361F0C46FEA}"/>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4385484" y="1307413"/>
            <a:ext cx="2506070" cy="288000"/>
          </a:xfrm>
          <a:prstGeom prst="rect">
            <a:avLst/>
          </a:prstGeom>
        </p:spPr>
      </p:pic>
      <p:pic>
        <p:nvPicPr>
          <p:cNvPr id="35" name="Picture 34" descr="A close up of a logo&#10;&#10;AI-generated content may be incorrect.">
            <a:extLst>
              <a:ext uri="{FF2B5EF4-FFF2-40B4-BE49-F238E27FC236}">
                <a16:creationId xmlns:a16="http://schemas.microsoft.com/office/drawing/2014/main" id="{E94943D6-A36D-7C4F-E754-249C4898B953}"/>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821946" y="1289041"/>
            <a:ext cx="1129410" cy="288000"/>
          </a:xfrm>
          <a:prstGeom prst="rect">
            <a:avLst/>
          </a:prstGeom>
        </p:spPr>
      </p:pic>
      <p:pic>
        <p:nvPicPr>
          <p:cNvPr id="37" name="Picture 36" descr="A black background with white lines&#10;&#10;AI-generated content may be incorrect.">
            <a:extLst>
              <a:ext uri="{FF2B5EF4-FFF2-40B4-BE49-F238E27FC236}">
                <a16:creationId xmlns:a16="http://schemas.microsoft.com/office/drawing/2014/main" id="{95D49E4E-B6A1-54F5-8092-DD7EFA779324}"/>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9166811" y="1325041"/>
            <a:ext cx="576000" cy="288000"/>
          </a:xfrm>
          <a:prstGeom prst="rect">
            <a:avLst/>
          </a:prstGeom>
        </p:spPr>
      </p:pic>
      <p:pic>
        <p:nvPicPr>
          <p:cNvPr id="39" name="Picture 38" descr="A black background with a black square&#10;&#10;AI-generated content may be incorrect.">
            <a:extLst>
              <a:ext uri="{FF2B5EF4-FFF2-40B4-BE49-F238E27FC236}">
                <a16:creationId xmlns:a16="http://schemas.microsoft.com/office/drawing/2014/main" id="{CDD2F42C-A28A-20D1-7D24-B82894099019}"/>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857123" y="1300336"/>
            <a:ext cx="757893" cy="288000"/>
          </a:xfrm>
          <a:prstGeom prst="rect">
            <a:avLst/>
          </a:prstGeom>
        </p:spPr>
      </p:pic>
      <p:pic>
        <p:nvPicPr>
          <p:cNvPr id="41" name="Picture 40" descr="A black background with white text&#10;&#10;AI-generated content may be incorrect.">
            <a:extLst>
              <a:ext uri="{FF2B5EF4-FFF2-40B4-BE49-F238E27FC236}">
                <a16:creationId xmlns:a16="http://schemas.microsoft.com/office/drawing/2014/main" id="{4749D168-A783-CD67-3E37-7E34229E4D1E}"/>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524000" y="1308255"/>
            <a:ext cx="767999" cy="288000"/>
          </a:xfrm>
          <a:prstGeom prst="rect">
            <a:avLst/>
          </a:prstGeom>
        </p:spPr>
      </p:pic>
      <p:sp>
        <p:nvSpPr>
          <p:cNvPr id="8" name="Footer Placeholder 4">
            <a:extLst>
              <a:ext uri="{FF2B5EF4-FFF2-40B4-BE49-F238E27FC236}">
                <a16:creationId xmlns:a16="http://schemas.microsoft.com/office/drawing/2014/main" id="{E4446E27-30B0-9FE5-EF56-60C22B681CB9}"/>
              </a:ext>
            </a:extLst>
          </p:cNvPr>
          <p:cNvSpPr>
            <a:spLocks noGrp="1"/>
          </p:cNvSpPr>
          <p:nvPr>
            <p:ph type="ftr" sz="quarter" idx="3"/>
          </p:nvPr>
        </p:nvSpPr>
        <p:spPr>
          <a:xfrm>
            <a:off x="2274688" y="6348032"/>
            <a:ext cx="6335912" cy="365125"/>
          </a:xfrm>
          <a:prstGeom prst="rect">
            <a:avLst/>
          </a:prstGeom>
        </p:spPr>
        <p:txBody>
          <a:bodyPr vert="horz" lIns="91440" tIns="45720" rIns="91440" bIns="45720" rtlCol="0" anchor="ctr"/>
          <a:lstStyle>
            <a:lvl1pPr algn="l">
              <a:defRPr sz="800">
                <a:solidFill>
                  <a:schemeClr val="tx1">
                    <a:tint val="82000"/>
                  </a:schemeClr>
                </a:solidFill>
              </a:defRPr>
            </a:lvl1pPr>
          </a:lstStyle>
          <a:p>
            <a:endParaRPr lang="en-GB" dirty="0"/>
          </a:p>
          <a:p>
            <a:r>
              <a:rPr lang="en-GB" dirty="0"/>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Tree>
    <p:extLst>
      <p:ext uri="{BB962C8B-B14F-4D97-AF65-F5344CB8AC3E}">
        <p14:creationId xmlns:p14="http://schemas.microsoft.com/office/powerpoint/2010/main" val="1094124189"/>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250B-AAE0-460C-1FF9-F46D5796C150}"/>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737C597A-54A6-1CD3-3C7E-1108112BBA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CC50CAF-1B01-F476-B4B8-0667C1A8DC07}"/>
              </a:ext>
            </a:extLst>
          </p:cNvPr>
          <p:cNvSpPr>
            <a:spLocks noGrp="1"/>
          </p:cNvSpPr>
          <p:nvPr>
            <p:ph type="dt" sz="half" idx="10"/>
          </p:nvPr>
        </p:nvSpPr>
        <p:spPr/>
        <p:txBody>
          <a:bodyPr/>
          <a:lstStyle/>
          <a:p>
            <a:fld id="{CF08C7F9-46B4-42F9-920A-04559E3E0773}" type="datetime1">
              <a:rPr lang="en-GB" smtClean="0"/>
              <a:t>21/08/2025</a:t>
            </a:fld>
            <a:endParaRPr lang="en-GB" dirty="0"/>
          </a:p>
        </p:txBody>
      </p:sp>
      <p:sp>
        <p:nvSpPr>
          <p:cNvPr id="6" name="Slide Number Placeholder 5">
            <a:extLst>
              <a:ext uri="{FF2B5EF4-FFF2-40B4-BE49-F238E27FC236}">
                <a16:creationId xmlns:a16="http://schemas.microsoft.com/office/drawing/2014/main" id="{7EDA8B23-FD2D-CBF2-D1B1-099F71695262}"/>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3BA550FF-9C01-656E-0DA4-CAA5206A84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303618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250B-AAE0-460C-1FF9-F46D5796C150}"/>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737C597A-54A6-1CD3-3C7E-1108112BBA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CC50CAF-1B01-F476-B4B8-0667C1A8DC07}"/>
              </a:ext>
            </a:extLst>
          </p:cNvPr>
          <p:cNvSpPr>
            <a:spLocks noGrp="1"/>
          </p:cNvSpPr>
          <p:nvPr>
            <p:ph type="dt" sz="half" idx="10"/>
          </p:nvPr>
        </p:nvSpPr>
        <p:spPr/>
        <p:txBody>
          <a:bodyPr/>
          <a:lstStyle/>
          <a:p>
            <a:fld id="{28B328F1-01AB-4078-BABE-0726F3AFA2D1}" type="datetime1">
              <a:rPr lang="en-GB" smtClean="0"/>
              <a:t>21/08/2025</a:t>
            </a:fld>
            <a:endParaRPr lang="en-GB" dirty="0"/>
          </a:p>
        </p:txBody>
      </p:sp>
      <p:sp>
        <p:nvSpPr>
          <p:cNvPr id="6" name="Slide Number Placeholder 5">
            <a:extLst>
              <a:ext uri="{FF2B5EF4-FFF2-40B4-BE49-F238E27FC236}">
                <a16:creationId xmlns:a16="http://schemas.microsoft.com/office/drawing/2014/main" id="{7EDA8B23-FD2D-CBF2-D1B1-099F71695262}"/>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3BA550FF-9C01-656E-0DA4-CAA5206A84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pic>
        <p:nvPicPr>
          <p:cNvPr id="8" name="Picture 7" descr="A colorful squares with pink and blue text&#10;&#10;AI-generated content may be incorrect.">
            <a:extLst>
              <a:ext uri="{FF2B5EF4-FFF2-40B4-BE49-F238E27FC236}">
                <a16:creationId xmlns:a16="http://schemas.microsoft.com/office/drawing/2014/main" id="{F32C9F28-7300-75F5-BB5B-B58584E04EC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1753" y="452677"/>
            <a:ext cx="568421" cy="216000"/>
          </a:xfrm>
          <a:prstGeom prst="rect">
            <a:avLst/>
          </a:prstGeom>
        </p:spPr>
      </p:pic>
    </p:spTree>
    <p:extLst>
      <p:ext uri="{BB962C8B-B14F-4D97-AF65-F5344CB8AC3E}">
        <p14:creationId xmlns:p14="http://schemas.microsoft.com/office/powerpoint/2010/main" val="315670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005E-E619-55E9-269C-F23DEC1179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D51E5D33-7A20-E292-EF9F-C71B5AC9D0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F36CE90-7144-2063-B45B-8D6EB7C54749}"/>
              </a:ext>
            </a:extLst>
          </p:cNvPr>
          <p:cNvSpPr>
            <a:spLocks noGrp="1"/>
          </p:cNvSpPr>
          <p:nvPr>
            <p:ph type="dt" sz="half" idx="10"/>
          </p:nvPr>
        </p:nvSpPr>
        <p:spPr/>
        <p:txBody>
          <a:bodyPr/>
          <a:lstStyle/>
          <a:p>
            <a:fld id="{82B5B2B5-B9A5-4B31-87F2-AD1D09D4A335}" type="datetime1">
              <a:rPr lang="en-GB" smtClean="0"/>
              <a:t>21/08/2025</a:t>
            </a:fld>
            <a:endParaRPr lang="en-GB" dirty="0"/>
          </a:p>
        </p:txBody>
      </p:sp>
      <p:sp>
        <p:nvSpPr>
          <p:cNvPr id="6" name="Slide Number Placeholder 5">
            <a:extLst>
              <a:ext uri="{FF2B5EF4-FFF2-40B4-BE49-F238E27FC236}">
                <a16:creationId xmlns:a16="http://schemas.microsoft.com/office/drawing/2014/main" id="{1C6B700B-EC2D-0C72-5CCC-9A434F5380E9}"/>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B332CA24-535F-D466-96E7-5198D2C410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10" name="Picture 9" descr="A colorful squares with pink and blue text&#10;&#10;AI-generated content may be incorrect.">
            <a:extLst>
              <a:ext uri="{FF2B5EF4-FFF2-40B4-BE49-F238E27FC236}">
                <a16:creationId xmlns:a16="http://schemas.microsoft.com/office/drawing/2014/main" id="{0F34CB6A-845F-F3C3-6A6B-CA69ECE933C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1753" y="452677"/>
            <a:ext cx="568421" cy="216000"/>
          </a:xfrm>
          <a:prstGeom prst="rect">
            <a:avLst/>
          </a:prstGeom>
        </p:spPr>
      </p:pic>
    </p:spTree>
    <p:extLst>
      <p:ext uri="{BB962C8B-B14F-4D97-AF65-F5344CB8AC3E}">
        <p14:creationId xmlns:p14="http://schemas.microsoft.com/office/powerpoint/2010/main" val="1762480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FDBA2-0C3F-81E8-B84B-5918AAA2BD6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C6379B8-89E9-E6A7-44F5-2827B8E70971}"/>
              </a:ext>
            </a:extLst>
          </p:cNvPr>
          <p:cNvSpPr>
            <a:spLocks noGrp="1"/>
          </p:cNvSpPr>
          <p:nvPr>
            <p:ph type="dt" sz="half" idx="10"/>
          </p:nvPr>
        </p:nvSpPr>
        <p:spPr/>
        <p:txBody>
          <a:bodyPr/>
          <a:lstStyle/>
          <a:p>
            <a:fld id="{8A516451-2541-43A5-A831-9C769C9DF156}" type="datetime1">
              <a:rPr lang="en-GB" smtClean="0"/>
              <a:t>21/08/2025</a:t>
            </a:fld>
            <a:endParaRPr lang="en-GB" dirty="0"/>
          </a:p>
        </p:txBody>
      </p:sp>
      <p:sp>
        <p:nvSpPr>
          <p:cNvPr id="5" name="Slide Number Placeholder 4">
            <a:extLst>
              <a:ext uri="{FF2B5EF4-FFF2-40B4-BE49-F238E27FC236}">
                <a16:creationId xmlns:a16="http://schemas.microsoft.com/office/drawing/2014/main" id="{7F4FA030-0131-7725-93A6-A0F72FA08EA8}"/>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953309B6-0DB0-022E-0831-6FA65940FC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pic>
        <p:nvPicPr>
          <p:cNvPr id="8" name="Picture 7" descr="A colorful squares with pink and blue text&#10;&#10;AI-generated content may be incorrect.">
            <a:extLst>
              <a:ext uri="{FF2B5EF4-FFF2-40B4-BE49-F238E27FC236}">
                <a16:creationId xmlns:a16="http://schemas.microsoft.com/office/drawing/2014/main" id="{EAA31A9E-B1A3-DFBC-F8D3-A4C07723B13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51753" y="452677"/>
            <a:ext cx="568421" cy="216000"/>
          </a:xfrm>
          <a:prstGeom prst="rect">
            <a:avLst/>
          </a:prstGeom>
        </p:spPr>
      </p:pic>
    </p:spTree>
    <p:extLst>
      <p:ext uri="{BB962C8B-B14F-4D97-AF65-F5344CB8AC3E}">
        <p14:creationId xmlns:p14="http://schemas.microsoft.com/office/powerpoint/2010/main" val="3138200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EB15-9F90-EC3C-445E-5E66E5B60B5A}"/>
              </a:ext>
            </a:extLst>
          </p:cNvPr>
          <p:cNvSpPr>
            <a:spLocks noGrp="1"/>
          </p:cNvSpPr>
          <p:nvPr>
            <p:ph type="title"/>
          </p:nvPr>
        </p:nvSpPr>
        <p:spPr/>
        <p:txBody>
          <a:body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57A86C5D-4434-A9D7-CFEB-BD8F6B4B5B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BE90CC64-3C41-BC9F-9F04-5BF7814EA8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4">
            <a:extLst>
              <a:ext uri="{FF2B5EF4-FFF2-40B4-BE49-F238E27FC236}">
                <a16:creationId xmlns:a16="http://schemas.microsoft.com/office/drawing/2014/main" id="{41C645C2-0512-0BAD-C119-DFD2E3002FD3}"/>
              </a:ext>
            </a:extLst>
          </p:cNvPr>
          <p:cNvSpPr>
            <a:spLocks noGrp="1"/>
          </p:cNvSpPr>
          <p:nvPr>
            <p:ph type="dt" sz="half" idx="10"/>
          </p:nvPr>
        </p:nvSpPr>
        <p:spPr/>
        <p:txBody>
          <a:bodyPr/>
          <a:lstStyle/>
          <a:p>
            <a:fld id="{E349067A-4565-4AEB-9B02-2F60E9A499A7}" type="datetime1">
              <a:rPr lang="en-GB" smtClean="0"/>
              <a:t>21/08/2025</a:t>
            </a:fld>
            <a:endParaRPr lang="en-GB" dirty="0"/>
          </a:p>
        </p:txBody>
      </p:sp>
      <p:sp>
        <p:nvSpPr>
          <p:cNvPr id="7" name="Slide Number Placeholder 6">
            <a:extLst>
              <a:ext uri="{FF2B5EF4-FFF2-40B4-BE49-F238E27FC236}">
                <a16:creationId xmlns:a16="http://schemas.microsoft.com/office/drawing/2014/main" id="{F9CFAC35-AF33-3918-A553-13DACF1EB754}"/>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FD5284ED-8774-085C-CC78-F697293A380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835914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CEE72-8773-02D4-985F-D897E7129603}"/>
              </a:ext>
            </a:extLst>
          </p:cNvPr>
          <p:cNvSpPr>
            <a:spLocks noGrp="1"/>
          </p:cNvSpPr>
          <p:nvPr>
            <p:ph type="title"/>
          </p:nvPr>
        </p:nvSpPr>
        <p:spPr>
          <a:xfrm>
            <a:off x="839788" y="365125"/>
            <a:ext cx="10515600" cy="1325563"/>
          </a:xfrm>
        </p:spPr>
        <p:txBody>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7ED056B5-B3ED-136A-F1F4-161D2FA9E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327742-F920-C5FA-6D0E-88D8511A20C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a:extLst>
              <a:ext uri="{FF2B5EF4-FFF2-40B4-BE49-F238E27FC236}">
                <a16:creationId xmlns:a16="http://schemas.microsoft.com/office/drawing/2014/main" id="{2F5EEAE2-CB58-E5ED-F038-F1F09FFE88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9A6574-8710-2A51-3127-95B8212170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6">
            <a:extLst>
              <a:ext uri="{FF2B5EF4-FFF2-40B4-BE49-F238E27FC236}">
                <a16:creationId xmlns:a16="http://schemas.microsoft.com/office/drawing/2014/main" id="{9BF5C909-22FF-DE9A-91C2-B31AD17DCB40}"/>
              </a:ext>
            </a:extLst>
          </p:cNvPr>
          <p:cNvSpPr>
            <a:spLocks noGrp="1"/>
          </p:cNvSpPr>
          <p:nvPr>
            <p:ph type="dt" sz="half" idx="10"/>
          </p:nvPr>
        </p:nvSpPr>
        <p:spPr/>
        <p:txBody>
          <a:bodyPr/>
          <a:lstStyle/>
          <a:p>
            <a:fld id="{003F26D2-664A-4BF5-9986-8C17B96FC5FC}" type="datetime1">
              <a:rPr lang="en-GB" smtClean="0"/>
              <a:t>21/08/2025</a:t>
            </a:fld>
            <a:endParaRPr lang="en-GB" dirty="0"/>
          </a:p>
        </p:txBody>
      </p:sp>
      <p:sp>
        <p:nvSpPr>
          <p:cNvPr id="9" name="Slide Number Placeholder 8">
            <a:extLst>
              <a:ext uri="{FF2B5EF4-FFF2-40B4-BE49-F238E27FC236}">
                <a16:creationId xmlns:a16="http://schemas.microsoft.com/office/drawing/2014/main" id="{33E20008-D5C9-409E-AB2D-B65BECD654BB}"/>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10" name="Picture 9">
            <a:extLst>
              <a:ext uri="{FF2B5EF4-FFF2-40B4-BE49-F238E27FC236}">
                <a16:creationId xmlns:a16="http://schemas.microsoft.com/office/drawing/2014/main" id="{AF8F68A0-4D37-BD47-5B3F-5DF3364E35E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116090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DA5D8-4E91-26F9-52F8-797DF3632519}"/>
              </a:ext>
            </a:extLst>
          </p:cNvPr>
          <p:cNvSpPr>
            <a:spLocks noGrp="1"/>
          </p:cNvSpPr>
          <p:nvPr>
            <p:ph type="title"/>
          </p:nvPr>
        </p:nvSpPr>
        <p:spPr/>
        <p:txBody>
          <a:bodyPr/>
          <a:lstStyle/>
          <a:p>
            <a:r>
              <a:rPr lang="en-US"/>
              <a:t>Click to edit Master title style</a:t>
            </a:r>
            <a:endParaRPr lang="en-GB" dirty="0"/>
          </a:p>
        </p:txBody>
      </p:sp>
      <p:sp>
        <p:nvSpPr>
          <p:cNvPr id="3" name="Date Placeholder 2">
            <a:extLst>
              <a:ext uri="{FF2B5EF4-FFF2-40B4-BE49-F238E27FC236}">
                <a16:creationId xmlns:a16="http://schemas.microsoft.com/office/drawing/2014/main" id="{70CDA6EA-E557-9FCC-79E8-848E56A7F336}"/>
              </a:ext>
            </a:extLst>
          </p:cNvPr>
          <p:cNvSpPr>
            <a:spLocks noGrp="1"/>
          </p:cNvSpPr>
          <p:nvPr>
            <p:ph type="dt" sz="half" idx="10"/>
          </p:nvPr>
        </p:nvSpPr>
        <p:spPr/>
        <p:txBody>
          <a:bodyPr/>
          <a:lstStyle/>
          <a:p>
            <a:fld id="{BA19A651-E0BA-47DB-8857-396277ED9DDB}" type="datetime1">
              <a:rPr lang="en-GB" smtClean="0"/>
              <a:t>21/08/2025</a:t>
            </a:fld>
            <a:endParaRPr lang="en-GB" dirty="0"/>
          </a:p>
        </p:txBody>
      </p:sp>
      <p:sp>
        <p:nvSpPr>
          <p:cNvPr id="5" name="Slide Number Placeholder 4">
            <a:extLst>
              <a:ext uri="{FF2B5EF4-FFF2-40B4-BE49-F238E27FC236}">
                <a16:creationId xmlns:a16="http://schemas.microsoft.com/office/drawing/2014/main" id="{E95E7723-45C2-3D58-0FFC-D07028E9CDC5}"/>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330436FF-2319-A76E-7989-0FA7C71D0B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333414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7CEF26-1A33-AFBF-E61A-F0D531BF4337}"/>
              </a:ext>
            </a:extLst>
          </p:cNvPr>
          <p:cNvSpPr>
            <a:spLocks noGrp="1"/>
          </p:cNvSpPr>
          <p:nvPr>
            <p:ph type="dt" sz="half" idx="10"/>
          </p:nvPr>
        </p:nvSpPr>
        <p:spPr/>
        <p:txBody>
          <a:bodyPr/>
          <a:lstStyle/>
          <a:p>
            <a:fld id="{3D0E665A-41E1-4D77-AAEF-41BC6FF67C99}" type="datetime1">
              <a:rPr lang="en-GB" smtClean="0"/>
              <a:t>21/08/2025</a:t>
            </a:fld>
            <a:endParaRPr lang="en-GB" dirty="0"/>
          </a:p>
        </p:txBody>
      </p:sp>
      <p:sp>
        <p:nvSpPr>
          <p:cNvPr id="4" name="Slide Number Placeholder 3">
            <a:extLst>
              <a:ext uri="{FF2B5EF4-FFF2-40B4-BE49-F238E27FC236}">
                <a16:creationId xmlns:a16="http://schemas.microsoft.com/office/drawing/2014/main" id="{5559D7B8-8BDE-BD02-1F4D-F27271BD1251}"/>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5" name="Picture 4">
            <a:extLst>
              <a:ext uri="{FF2B5EF4-FFF2-40B4-BE49-F238E27FC236}">
                <a16:creationId xmlns:a16="http://schemas.microsoft.com/office/drawing/2014/main" id="{7C882890-A6A9-225D-5F75-A63D66EEC96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790330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2A033-1CEE-4D77-93DA-794FFB4CA5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BE4B9FAC-0056-BBBC-5EFF-03B9BD824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a:extLst>
              <a:ext uri="{FF2B5EF4-FFF2-40B4-BE49-F238E27FC236}">
                <a16:creationId xmlns:a16="http://schemas.microsoft.com/office/drawing/2014/main" id="{2F746947-2E3B-B0E9-9124-8840B1F6B0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18DCE1-5E4C-8915-D607-722621AD5950}"/>
              </a:ext>
            </a:extLst>
          </p:cNvPr>
          <p:cNvSpPr>
            <a:spLocks noGrp="1"/>
          </p:cNvSpPr>
          <p:nvPr>
            <p:ph type="dt" sz="half" idx="10"/>
          </p:nvPr>
        </p:nvSpPr>
        <p:spPr/>
        <p:txBody>
          <a:bodyPr/>
          <a:lstStyle/>
          <a:p>
            <a:fld id="{FF0BA51B-1116-4C66-B189-FDAC080439C7}" type="datetime1">
              <a:rPr lang="en-GB" smtClean="0"/>
              <a:t>21/08/2025</a:t>
            </a:fld>
            <a:endParaRPr lang="en-GB" dirty="0"/>
          </a:p>
        </p:txBody>
      </p:sp>
      <p:sp>
        <p:nvSpPr>
          <p:cNvPr id="7" name="Slide Number Placeholder 6">
            <a:extLst>
              <a:ext uri="{FF2B5EF4-FFF2-40B4-BE49-F238E27FC236}">
                <a16:creationId xmlns:a16="http://schemas.microsoft.com/office/drawing/2014/main" id="{2B9B9FCB-6B15-250F-D883-15B2D69EAEEF}"/>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A26777CE-FB01-E6C2-AD4D-94B002701A9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080172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245D-3D05-D91C-3BBC-B74EF0387A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dirty="0"/>
          </a:p>
        </p:txBody>
      </p:sp>
      <p:sp>
        <p:nvSpPr>
          <p:cNvPr id="3" name="Picture Placeholder 2">
            <a:extLst>
              <a:ext uri="{FF2B5EF4-FFF2-40B4-BE49-F238E27FC236}">
                <a16:creationId xmlns:a16="http://schemas.microsoft.com/office/drawing/2014/main" id="{CE72B180-F0BC-D9E6-6016-9D73D4E740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dirty="0"/>
          </a:p>
        </p:txBody>
      </p:sp>
      <p:sp>
        <p:nvSpPr>
          <p:cNvPr id="4" name="Text Placeholder 3">
            <a:extLst>
              <a:ext uri="{FF2B5EF4-FFF2-40B4-BE49-F238E27FC236}">
                <a16:creationId xmlns:a16="http://schemas.microsoft.com/office/drawing/2014/main" id="{C089327C-25B9-9C38-D52E-F37B0680D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FD64BA-A08D-5602-E190-621771FDF46A}"/>
              </a:ext>
            </a:extLst>
          </p:cNvPr>
          <p:cNvSpPr>
            <a:spLocks noGrp="1"/>
          </p:cNvSpPr>
          <p:nvPr>
            <p:ph type="dt" sz="half" idx="10"/>
          </p:nvPr>
        </p:nvSpPr>
        <p:spPr/>
        <p:txBody>
          <a:bodyPr/>
          <a:lstStyle/>
          <a:p>
            <a:fld id="{5DA33F08-FE93-410F-9B05-A534FEEDFE55}" type="datetime1">
              <a:rPr lang="en-GB" smtClean="0"/>
              <a:t>21/08/2025</a:t>
            </a:fld>
            <a:endParaRPr lang="en-GB" dirty="0"/>
          </a:p>
        </p:txBody>
      </p:sp>
      <p:sp>
        <p:nvSpPr>
          <p:cNvPr id="7" name="Slide Number Placeholder 6">
            <a:extLst>
              <a:ext uri="{FF2B5EF4-FFF2-40B4-BE49-F238E27FC236}">
                <a16:creationId xmlns:a16="http://schemas.microsoft.com/office/drawing/2014/main" id="{DD3988EB-75CE-A14C-3C3B-6B3CF8666963}"/>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1969396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298C-1B90-F75D-C4CA-BBAF50890449}"/>
              </a:ext>
            </a:extLst>
          </p:cNvPr>
          <p:cNvSpPr>
            <a:spLocks noGrp="1"/>
          </p:cNvSpPr>
          <p:nvPr>
            <p:ph type="title"/>
          </p:nvPr>
        </p:nvSpPr>
        <p:spPr/>
        <p:txBody>
          <a:bodyPr/>
          <a:lstStyle/>
          <a:p>
            <a:r>
              <a:rPr lang="en-US"/>
              <a:t>Click to edit Master title style</a:t>
            </a:r>
            <a:endParaRPr lang="en-GB" dirty="0"/>
          </a:p>
        </p:txBody>
      </p:sp>
      <p:sp>
        <p:nvSpPr>
          <p:cNvPr id="3" name="Vertical Text Placeholder 2">
            <a:extLst>
              <a:ext uri="{FF2B5EF4-FFF2-40B4-BE49-F238E27FC236}">
                <a16:creationId xmlns:a16="http://schemas.microsoft.com/office/drawing/2014/main" id="{7B925E5E-85B6-0C5E-9DE2-CD6C908E74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AC05C33A-011B-0115-E32F-7198E3713772}"/>
              </a:ext>
            </a:extLst>
          </p:cNvPr>
          <p:cNvSpPr>
            <a:spLocks noGrp="1"/>
          </p:cNvSpPr>
          <p:nvPr>
            <p:ph type="dt" sz="half" idx="10"/>
          </p:nvPr>
        </p:nvSpPr>
        <p:spPr/>
        <p:txBody>
          <a:bodyPr/>
          <a:lstStyle/>
          <a:p>
            <a:fld id="{3970187D-865E-409D-83A7-C624CD67A276}" type="datetime1">
              <a:rPr lang="en-GB" smtClean="0"/>
              <a:t>21/08/2025</a:t>
            </a:fld>
            <a:endParaRPr lang="en-GB" dirty="0"/>
          </a:p>
        </p:txBody>
      </p:sp>
      <p:sp>
        <p:nvSpPr>
          <p:cNvPr id="6" name="Slide Number Placeholder 5">
            <a:extLst>
              <a:ext uri="{FF2B5EF4-FFF2-40B4-BE49-F238E27FC236}">
                <a16:creationId xmlns:a16="http://schemas.microsoft.com/office/drawing/2014/main" id="{A27EE33E-E861-E6A3-3FA9-3D5FA7E31856}"/>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794903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3A803-2783-2538-4B6A-5B9980F813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dirty="0"/>
          </a:p>
        </p:txBody>
      </p:sp>
      <p:sp>
        <p:nvSpPr>
          <p:cNvPr id="3" name="Vertical Text Placeholder 2">
            <a:extLst>
              <a:ext uri="{FF2B5EF4-FFF2-40B4-BE49-F238E27FC236}">
                <a16:creationId xmlns:a16="http://schemas.microsoft.com/office/drawing/2014/main" id="{8231A3B4-893F-7A72-8950-D9C4DB59B2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EED30371-680C-901F-77C5-F852AEF3C93D}"/>
              </a:ext>
            </a:extLst>
          </p:cNvPr>
          <p:cNvSpPr>
            <a:spLocks noGrp="1"/>
          </p:cNvSpPr>
          <p:nvPr>
            <p:ph type="dt" sz="half" idx="10"/>
          </p:nvPr>
        </p:nvSpPr>
        <p:spPr/>
        <p:txBody>
          <a:bodyPr/>
          <a:lstStyle/>
          <a:p>
            <a:fld id="{70A8905F-8063-4926-9B81-5D032D4B0CF2}" type="datetime1">
              <a:rPr lang="en-GB" smtClean="0"/>
              <a:t>21/08/2025</a:t>
            </a:fld>
            <a:endParaRPr lang="en-GB" dirty="0"/>
          </a:p>
        </p:txBody>
      </p:sp>
      <p:sp>
        <p:nvSpPr>
          <p:cNvPr id="6" name="Slide Number Placeholder 5">
            <a:extLst>
              <a:ext uri="{FF2B5EF4-FFF2-40B4-BE49-F238E27FC236}">
                <a16:creationId xmlns:a16="http://schemas.microsoft.com/office/drawing/2014/main" id="{1BDC63FE-BF96-9846-D453-7502206673F9}"/>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2331235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4250B-AAE0-460C-1FF9-F46D5796C150}"/>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737C597A-54A6-1CD3-3C7E-1108112BBA0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7CC50CAF-1B01-F476-B4B8-0667C1A8DC07}"/>
              </a:ext>
            </a:extLst>
          </p:cNvPr>
          <p:cNvSpPr>
            <a:spLocks noGrp="1"/>
          </p:cNvSpPr>
          <p:nvPr>
            <p:ph type="dt" sz="half" idx="10"/>
          </p:nvPr>
        </p:nvSpPr>
        <p:spPr/>
        <p:txBody>
          <a:bodyPr/>
          <a:lstStyle/>
          <a:p>
            <a:fld id="{16EA6686-04E1-4858-8063-7AF079FA9729}" type="datetime1">
              <a:rPr lang="en-GB" smtClean="0"/>
              <a:t>21/08/2025</a:t>
            </a:fld>
            <a:endParaRPr lang="en-GB" dirty="0"/>
          </a:p>
        </p:txBody>
      </p:sp>
      <p:sp>
        <p:nvSpPr>
          <p:cNvPr id="6" name="Slide Number Placeholder 5">
            <a:extLst>
              <a:ext uri="{FF2B5EF4-FFF2-40B4-BE49-F238E27FC236}">
                <a16:creationId xmlns:a16="http://schemas.microsoft.com/office/drawing/2014/main" id="{7EDA8B23-FD2D-CBF2-D1B1-099F71695262}"/>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3BA550FF-9C01-656E-0DA4-CAA5206A84E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7693985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B005E-E619-55E9-269C-F23DEC1179C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D51E5D33-7A20-E292-EF9F-C71B5AC9D0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endParaRPr lang="en-GB" dirty="0"/>
          </a:p>
        </p:txBody>
      </p:sp>
      <p:sp>
        <p:nvSpPr>
          <p:cNvPr id="4" name="Date Placeholder 3">
            <a:extLst>
              <a:ext uri="{FF2B5EF4-FFF2-40B4-BE49-F238E27FC236}">
                <a16:creationId xmlns:a16="http://schemas.microsoft.com/office/drawing/2014/main" id="{6F36CE90-7144-2063-B45B-8D6EB7C54749}"/>
              </a:ext>
            </a:extLst>
          </p:cNvPr>
          <p:cNvSpPr>
            <a:spLocks noGrp="1"/>
          </p:cNvSpPr>
          <p:nvPr>
            <p:ph type="dt" sz="half" idx="10"/>
          </p:nvPr>
        </p:nvSpPr>
        <p:spPr/>
        <p:txBody>
          <a:bodyPr/>
          <a:lstStyle/>
          <a:p>
            <a:fld id="{AA397BF8-7EB3-4E22-B2FB-E4D308376094}" type="datetime1">
              <a:rPr lang="en-GB" smtClean="0"/>
              <a:t>21/08/2025</a:t>
            </a:fld>
            <a:endParaRPr lang="en-GB" dirty="0"/>
          </a:p>
        </p:txBody>
      </p:sp>
      <p:sp>
        <p:nvSpPr>
          <p:cNvPr id="6" name="Slide Number Placeholder 5">
            <a:extLst>
              <a:ext uri="{FF2B5EF4-FFF2-40B4-BE49-F238E27FC236}">
                <a16:creationId xmlns:a16="http://schemas.microsoft.com/office/drawing/2014/main" id="{1C6B700B-EC2D-0C72-5CCC-9A434F5380E9}"/>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7" name="Picture 6">
            <a:extLst>
              <a:ext uri="{FF2B5EF4-FFF2-40B4-BE49-F238E27FC236}">
                <a16:creationId xmlns:a16="http://schemas.microsoft.com/office/drawing/2014/main" id="{B332CA24-535F-D466-96E7-5198D2C4101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27011" y="-951323"/>
            <a:ext cx="3240000" cy="3240000"/>
          </a:xfrm>
          <a:prstGeom prst="rect">
            <a:avLst/>
          </a:prstGeom>
        </p:spPr>
      </p:pic>
    </p:spTree>
    <p:extLst>
      <p:ext uri="{BB962C8B-B14F-4D97-AF65-F5344CB8AC3E}">
        <p14:creationId xmlns:p14="http://schemas.microsoft.com/office/powerpoint/2010/main" val="25812084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EB15-9F90-EC3C-445E-5E66E5B60B5A}"/>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57A86C5D-4434-A9D7-CFEB-BD8F6B4B5B2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BE90CC64-3C41-BC9F-9F04-5BF7814EA81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1C645C2-0512-0BAD-C119-DFD2E3002FD3}"/>
              </a:ext>
            </a:extLst>
          </p:cNvPr>
          <p:cNvSpPr>
            <a:spLocks noGrp="1"/>
          </p:cNvSpPr>
          <p:nvPr>
            <p:ph type="dt" sz="half" idx="10"/>
          </p:nvPr>
        </p:nvSpPr>
        <p:spPr/>
        <p:txBody>
          <a:bodyPr/>
          <a:lstStyle/>
          <a:p>
            <a:fld id="{B4508B31-2AB0-4731-A717-9C265F9358C6}" type="datetime1">
              <a:rPr lang="en-GB" smtClean="0"/>
              <a:t>21/08/2025</a:t>
            </a:fld>
            <a:endParaRPr lang="en-GB" dirty="0"/>
          </a:p>
        </p:txBody>
      </p:sp>
      <p:sp>
        <p:nvSpPr>
          <p:cNvPr id="7" name="Slide Number Placeholder 6">
            <a:extLst>
              <a:ext uri="{FF2B5EF4-FFF2-40B4-BE49-F238E27FC236}">
                <a16:creationId xmlns:a16="http://schemas.microsoft.com/office/drawing/2014/main" id="{F9CFAC35-AF33-3918-A553-13DACF1EB754}"/>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FD5284ED-8774-085C-CC78-F697293A380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25196079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CEE72-8773-02D4-985F-D897E7129603}"/>
              </a:ext>
            </a:extLst>
          </p:cNvPr>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7ED056B5-B3ED-136A-F1F4-161D2FA9EF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dirty="0"/>
          </a:p>
        </p:txBody>
      </p:sp>
      <p:sp>
        <p:nvSpPr>
          <p:cNvPr id="4" name="Content Placeholder 3">
            <a:extLst>
              <a:ext uri="{FF2B5EF4-FFF2-40B4-BE49-F238E27FC236}">
                <a16:creationId xmlns:a16="http://schemas.microsoft.com/office/drawing/2014/main" id="{2E327742-F920-C5FA-6D0E-88D8511A20C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a:extLst>
              <a:ext uri="{FF2B5EF4-FFF2-40B4-BE49-F238E27FC236}">
                <a16:creationId xmlns:a16="http://schemas.microsoft.com/office/drawing/2014/main" id="{2F5EEAE2-CB58-E5ED-F038-F1F09FFE88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dirty="0"/>
          </a:p>
        </p:txBody>
      </p:sp>
      <p:sp>
        <p:nvSpPr>
          <p:cNvPr id="6" name="Content Placeholder 5">
            <a:extLst>
              <a:ext uri="{FF2B5EF4-FFF2-40B4-BE49-F238E27FC236}">
                <a16:creationId xmlns:a16="http://schemas.microsoft.com/office/drawing/2014/main" id="{119A6574-8710-2A51-3127-95B82121708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9BF5C909-22FF-DE9A-91C2-B31AD17DCB40}"/>
              </a:ext>
            </a:extLst>
          </p:cNvPr>
          <p:cNvSpPr>
            <a:spLocks noGrp="1"/>
          </p:cNvSpPr>
          <p:nvPr>
            <p:ph type="dt" sz="half" idx="10"/>
          </p:nvPr>
        </p:nvSpPr>
        <p:spPr/>
        <p:txBody>
          <a:bodyPr/>
          <a:lstStyle/>
          <a:p>
            <a:fld id="{E3B4812E-F4FB-46FD-9E7C-907D63D1F18D}" type="datetime1">
              <a:rPr lang="en-GB" smtClean="0"/>
              <a:t>21/08/2025</a:t>
            </a:fld>
            <a:endParaRPr lang="en-GB" dirty="0"/>
          </a:p>
        </p:txBody>
      </p:sp>
      <p:sp>
        <p:nvSpPr>
          <p:cNvPr id="9" name="Slide Number Placeholder 8">
            <a:extLst>
              <a:ext uri="{FF2B5EF4-FFF2-40B4-BE49-F238E27FC236}">
                <a16:creationId xmlns:a16="http://schemas.microsoft.com/office/drawing/2014/main" id="{33E20008-D5C9-409E-AB2D-B65BECD654BB}"/>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10" name="Picture 9">
            <a:extLst>
              <a:ext uri="{FF2B5EF4-FFF2-40B4-BE49-F238E27FC236}">
                <a16:creationId xmlns:a16="http://schemas.microsoft.com/office/drawing/2014/main" id="{AF8F68A0-4D37-BD47-5B3F-5DF3364E35E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11632963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DA5D8-4E91-26F9-52F8-797DF3632519}"/>
              </a:ext>
            </a:extLst>
          </p:cNvPr>
          <p:cNvSpPr>
            <a:spLocks noGrp="1"/>
          </p:cNvSpPr>
          <p:nvPr>
            <p:ph type="title"/>
          </p:nvPr>
        </p:nvSpPr>
        <p:spPr/>
        <p:txBody>
          <a:bodyPr/>
          <a:lstStyle/>
          <a:p>
            <a:r>
              <a:rPr lang="en-GB"/>
              <a:t>Click to edit Master title style</a:t>
            </a:r>
            <a:endParaRPr lang="en-GB" dirty="0"/>
          </a:p>
        </p:txBody>
      </p:sp>
      <p:sp>
        <p:nvSpPr>
          <p:cNvPr id="3" name="Date Placeholder 2">
            <a:extLst>
              <a:ext uri="{FF2B5EF4-FFF2-40B4-BE49-F238E27FC236}">
                <a16:creationId xmlns:a16="http://schemas.microsoft.com/office/drawing/2014/main" id="{70CDA6EA-E557-9FCC-79E8-848E56A7F336}"/>
              </a:ext>
            </a:extLst>
          </p:cNvPr>
          <p:cNvSpPr>
            <a:spLocks noGrp="1"/>
          </p:cNvSpPr>
          <p:nvPr>
            <p:ph type="dt" sz="half" idx="10"/>
          </p:nvPr>
        </p:nvSpPr>
        <p:spPr/>
        <p:txBody>
          <a:bodyPr/>
          <a:lstStyle/>
          <a:p>
            <a:fld id="{6A5AF2F6-F1F4-451B-AEA0-97E489D8943A}" type="datetime1">
              <a:rPr lang="en-GB" smtClean="0"/>
              <a:t>21/08/2025</a:t>
            </a:fld>
            <a:endParaRPr lang="en-GB" dirty="0"/>
          </a:p>
        </p:txBody>
      </p:sp>
      <p:sp>
        <p:nvSpPr>
          <p:cNvPr id="5" name="Slide Number Placeholder 4">
            <a:extLst>
              <a:ext uri="{FF2B5EF4-FFF2-40B4-BE49-F238E27FC236}">
                <a16:creationId xmlns:a16="http://schemas.microsoft.com/office/drawing/2014/main" id="{E95E7723-45C2-3D58-0FFC-D07028E9CDC5}"/>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6" name="Picture 5">
            <a:extLst>
              <a:ext uri="{FF2B5EF4-FFF2-40B4-BE49-F238E27FC236}">
                <a16:creationId xmlns:a16="http://schemas.microsoft.com/office/drawing/2014/main" id="{330436FF-2319-A76E-7989-0FA7C71D0B8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531407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7CEF26-1A33-AFBF-E61A-F0D531BF4337}"/>
              </a:ext>
            </a:extLst>
          </p:cNvPr>
          <p:cNvSpPr>
            <a:spLocks noGrp="1"/>
          </p:cNvSpPr>
          <p:nvPr>
            <p:ph type="dt" sz="half" idx="10"/>
          </p:nvPr>
        </p:nvSpPr>
        <p:spPr/>
        <p:txBody>
          <a:bodyPr/>
          <a:lstStyle/>
          <a:p>
            <a:fld id="{A1830FED-5137-4ECA-B30E-1109C78CED7B}" type="datetime1">
              <a:rPr lang="en-GB" smtClean="0"/>
              <a:t>21/08/2025</a:t>
            </a:fld>
            <a:endParaRPr lang="en-GB" dirty="0"/>
          </a:p>
        </p:txBody>
      </p:sp>
      <p:sp>
        <p:nvSpPr>
          <p:cNvPr id="4" name="Slide Number Placeholder 3">
            <a:extLst>
              <a:ext uri="{FF2B5EF4-FFF2-40B4-BE49-F238E27FC236}">
                <a16:creationId xmlns:a16="http://schemas.microsoft.com/office/drawing/2014/main" id="{5559D7B8-8BDE-BD02-1F4D-F27271BD1251}"/>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5" name="Picture 4">
            <a:extLst>
              <a:ext uri="{FF2B5EF4-FFF2-40B4-BE49-F238E27FC236}">
                <a16:creationId xmlns:a16="http://schemas.microsoft.com/office/drawing/2014/main" id="{7C882890-A6A9-225D-5F75-A63D66EEC96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7239597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2A033-1CEE-4D77-93DA-794FFB4CA59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BE4B9FAC-0056-BBBC-5EFF-03B9BD8242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2F746947-2E3B-B0E9-9124-8840B1F6B0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dirty="0"/>
          </a:p>
        </p:txBody>
      </p:sp>
      <p:sp>
        <p:nvSpPr>
          <p:cNvPr id="5" name="Date Placeholder 4">
            <a:extLst>
              <a:ext uri="{FF2B5EF4-FFF2-40B4-BE49-F238E27FC236}">
                <a16:creationId xmlns:a16="http://schemas.microsoft.com/office/drawing/2014/main" id="{FA18DCE1-5E4C-8915-D607-722621AD5950}"/>
              </a:ext>
            </a:extLst>
          </p:cNvPr>
          <p:cNvSpPr>
            <a:spLocks noGrp="1"/>
          </p:cNvSpPr>
          <p:nvPr>
            <p:ph type="dt" sz="half" idx="10"/>
          </p:nvPr>
        </p:nvSpPr>
        <p:spPr/>
        <p:txBody>
          <a:bodyPr/>
          <a:lstStyle/>
          <a:p>
            <a:fld id="{7231330B-5045-4A0A-B610-A9935F0EBABB}" type="datetime1">
              <a:rPr lang="en-GB" smtClean="0"/>
              <a:t>21/08/2025</a:t>
            </a:fld>
            <a:endParaRPr lang="en-GB" dirty="0"/>
          </a:p>
        </p:txBody>
      </p:sp>
      <p:sp>
        <p:nvSpPr>
          <p:cNvPr id="7" name="Slide Number Placeholder 6">
            <a:extLst>
              <a:ext uri="{FF2B5EF4-FFF2-40B4-BE49-F238E27FC236}">
                <a16:creationId xmlns:a16="http://schemas.microsoft.com/office/drawing/2014/main" id="{2B9B9FCB-6B15-250F-D883-15B2D69EAEEF}"/>
              </a:ext>
            </a:extLst>
          </p:cNvPr>
          <p:cNvSpPr>
            <a:spLocks noGrp="1"/>
          </p:cNvSpPr>
          <p:nvPr>
            <p:ph type="sldNum" sz="quarter" idx="12"/>
          </p:nvPr>
        </p:nvSpPr>
        <p:spPr/>
        <p:txBody>
          <a:bodyPr/>
          <a:lstStyle/>
          <a:p>
            <a:fld id="{5A7D1622-3182-4A52-8877-4F19CDE4B62E}" type="slidenum">
              <a:rPr lang="en-GB" smtClean="0"/>
              <a:t>‹#›</a:t>
            </a:fld>
            <a:endParaRPr lang="en-GB" dirty="0"/>
          </a:p>
        </p:txBody>
      </p:sp>
      <p:pic>
        <p:nvPicPr>
          <p:cNvPr id="8" name="Picture 7">
            <a:extLst>
              <a:ext uri="{FF2B5EF4-FFF2-40B4-BE49-F238E27FC236}">
                <a16:creationId xmlns:a16="http://schemas.microsoft.com/office/drawing/2014/main" id="{A26777CE-FB01-E6C2-AD4D-94B002701A9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84336" y="-182963"/>
            <a:ext cx="1728000" cy="1728000"/>
          </a:xfrm>
          <a:prstGeom prst="rect">
            <a:avLst/>
          </a:prstGeom>
        </p:spPr>
      </p:pic>
    </p:spTree>
    <p:extLst>
      <p:ext uri="{BB962C8B-B14F-4D97-AF65-F5344CB8AC3E}">
        <p14:creationId xmlns:p14="http://schemas.microsoft.com/office/powerpoint/2010/main" val="33287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5245D-3D05-D91C-3BBC-B74EF0387AA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a:extLst>
              <a:ext uri="{FF2B5EF4-FFF2-40B4-BE49-F238E27FC236}">
                <a16:creationId xmlns:a16="http://schemas.microsoft.com/office/drawing/2014/main" id="{CE72B180-F0BC-D9E6-6016-9D73D4E740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a:extLst>
              <a:ext uri="{FF2B5EF4-FFF2-40B4-BE49-F238E27FC236}">
                <a16:creationId xmlns:a16="http://schemas.microsoft.com/office/drawing/2014/main" id="{C089327C-25B9-9C38-D52E-F37B0680D0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dirty="0"/>
          </a:p>
        </p:txBody>
      </p:sp>
      <p:sp>
        <p:nvSpPr>
          <p:cNvPr id="5" name="Date Placeholder 4">
            <a:extLst>
              <a:ext uri="{FF2B5EF4-FFF2-40B4-BE49-F238E27FC236}">
                <a16:creationId xmlns:a16="http://schemas.microsoft.com/office/drawing/2014/main" id="{14FD64BA-A08D-5602-E190-621771FDF46A}"/>
              </a:ext>
            </a:extLst>
          </p:cNvPr>
          <p:cNvSpPr>
            <a:spLocks noGrp="1"/>
          </p:cNvSpPr>
          <p:nvPr>
            <p:ph type="dt" sz="half" idx="10"/>
          </p:nvPr>
        </p:nvSpPr>
        <p:spPr/>
        <p:txBody>
          <a:bodyPr/>
          <a:lstStyle/>
          <a:p>
            <a:fld id="{01FD5831-8644-4467-9E26-F0459C536429}" type="datetime1">
              <a:rPr lang="en-GB" smtClean="0"/>
              <a:t>21/08/2025</a:t>
            </a:fld>
            <a:endParaRPr lang="en-GB" dirty="0"/>
          </a:p>
        </p:txBody>
      </p:sp>
      <p:sp>
        <p:nvSpPr>
          <p:cNvPr id="7" name="Slide Number Placeholder 6">
            <a:extLst>
              <a:ext uri="{FF2B5EF4-FFF2-40B4-BE49-F238E27FC236}">
                <a16:creationId xmlns:a16="http://schemas.microsoft.com/office/drawing/2014/main" id="{DD3988EB-75CE-A14C-3C3B-6B3CF8666963}"/>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39101250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298C-1B90-F75D-C4CA-BBAF50890449}"/>
              </a:ext>
            </a:extLst>
          </p:cNvPr>
          <p:cNvSpPr>
            <a:spLocks noGrp="1"/>
          </p:cNvSpPr>
          <p:nvPr>
            <p:ph type="title"/>
          </p:nvPr>
        </p:nvSpPr>
        <p:spPr/>
        <p:txBody>
          <a:bodyPr/>
          <a:lstStyle/>
          <a:p>
            <a:r>
              <a:rPr lang="en-GB"/>
              <a:t>Click to edit Master title style</a:t>
            </a:r>
            <a:endParaRPr lang="en-GB" dirty="0"/>
          </a:p>
        </p:txBody>
      </p:sp>
      <p:sp>
        <p:nvSpPr>
          <p:cNvPr id="3" name="Vertical Text Placeholder 2">
            <a:extLst>
              <a:ext uri="{FF2B5EF4-FFF2-40B4-BE49-F238E27FC236}">
                <a16:creationId xmlns:a16="http://schemas.microsoft.com/office/drawing/2014/main" id="{7B925E5E-85B6-0C5E-9DE2-CD6C908E740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AC05C33A-011B-0115-E32F-7198E3713772}"/>
              </a:ext>
            </a:extLst>
          </p:cNvPr>
          <p:cNvSpPr>
            <a:spLocks noGrp="1"/>
          </p:cNvSpPr>
          <p:nvPr>
            <p:ph type="dt" sz="half" idx="10"/>
          </p:nvPr>
        </p:nvSpPr>
        <p:spPr/>
        <p:txBody>
          <a:bodyPr/>
          <a:lstStyle/>
          <a:p>
            <a:fld id="{1D83846A-9E8F-4D0C-853B-28EF109582FC}" type="datetime1">
              <a:rPr lang="en-GB" smtClean="0"/>
              <a:t>21/08/2025</a:t>
            </a:fld>
            <a:endParaRPr lang="en-GB" dirty="0"/>
          </a:p>
        </p:txBody>
      </p:sp>
      <p:sp>
        <p:nvSpPr>
          <p:cNvPr id="6" name="Slide Number Placeholder 5">
            <a:extLst>
              <a:ext uri="{FF2B5EF4-FFF2-40B4-BE49-F238E27FC236}">
                <a16:creationId xmlns:a16="http://schemas.microsoft.com/office/drawing/2014/main" id="{A27EE33E-E861-E6A3-3FA9-3D5FA7E31856}"/>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257425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D3A803-2783-2538-4B6A-5B9980F813B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a:extLst>
              <a:ext uri="{FF2B5EF4-FFF2-40B4-BE49-F238E27FC236}">
                <a16:creationId xmlns:a16="http://schemas.microsoft.com/office/drawing/2014/main" id="{8231A3B4-893F-7A72-8950-D9C4DB59B23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EED30371-680C-901F-77C5-F852AEF3C93D}"/>
              </a:ext>
            </a:extLst>
          </p:cNvPr>
          <p:cNvSpPr>
            <a:spLocks noGrp="1"/>
          </p:cNvSpPr>
          <p:nvPr>
            <p:ph type="dt" sz="half" idx="10"/>
          </p:nvPr>
        </p:nvSpPr>
        <p:spPr/>
        <p:txBody>
          <a:bodyPr/>
          <a:lstStyle/>
          <a:p>
            <a:fld id="{C04783B8-BF84-43B7-B1E3-AB1B98D07458}" type="datetime1">
              <a:rPr lang="en-GB" smtClean="0"/>
              <a:t>21/08/2025</a:t>
            </a:fld>
            <a:endParaRPr lang="en-GB" dirty="0"/>
          </a:p>
        </p:txBody>
      </p:sp>
      <p:sp>
        <p:nvSpPr>
          <p:cNvPr id="6" name="Slide Number Placeholder 5">
            <a:extLst>
              <a:ext uri="{FF2B5EF4-FFF2-40B4-BE49-F238E27FC236}">
                <a16:creationId xmlns:a16="http://schemas.microsoft.com/office/drawing/2014/main" id="{1BDC63FE-BF96-9846-D453-7502206673F9}"/>
              </a:ext>
            </a:extLst>
          </p:cNvPr>
          <p:cNvSpPr>
            <a:spLocks noGrp="1"/>
          </p:cNvSpPr>
          <p:nvPr>
            <p:ph type="sldNum" sz="quarter" idx="12"/>
          </p:nvPr>
        </p:nvSpPr>
        <p:spPr/>
        <p:txBody>
          <a:bodyPr/>
          <a:lstStyle/>
          <a:p>
            <a:fld id="{5A7D1622-3182-4A52-8877-4F19CDE4B62E}" type="slidenum">
              <a:rPr lang="en-GB" smtClean="0"/>
              <a:t>‹#›</a:t>
            </a:fld>
            <a:endParaRPr lang="en-GB" dirty="0"/>
          </a:p>
        </p:txBody>
      </p:sp>
    </p:spTree>
    <p:extLst>
      <p:ext uri="{BB962C8B-B14F-4D97-AF65-F5344CB8AC3E}">
        <p14:creationId xmlns:p14="http://schemas.microsoft.com/office/powerpoint/2010/main" val="1037105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heme" Target="../theme/theme2.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4794A-525E-FC69-434D-EC3DC7F345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4425A220-B51B-B40B-772E-AF635E9B2A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a:extLst>
              <a:ext uri="{FF2B5EF4-FFF2-40B4-BE49-F238E27FC236}">
                <a16:creationId xmlns:a16="http://schemas.microsoft.com/office/drawing/2014/main" id="{7DD37CB7-9E17-6013-DEE9-C5ADE1C93E5D}"/>
              </a:ext>
            </a:extLst>
          </p:cNvPr>
          <p:cNvSpPr>
            <a:spLocks noGrp="1"/>
          </p:cNvSpPr>
          <p:nvPr>
            <p:ph type="dt" sz="half" idx="2"/>
          </p:nvPr>
        </p:nvSpPr>
        <p:spPr>
          <a:xfrm>
            <a:off x="838200" y="3175"/>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A41DFE-F16F-45DC-A858-FD8F04677CAD}" type="datetime1">
              <a:rPr lang="en-GB" smtClean="0"/>
              <a:t>21/08/2025</a:t>
            </a:fld>
            <a:endParaRPr lang="en-GB" dirty="0"/>
          </a:p>
        </p:txBody>
      </p:sp>
      <p:sp>
        <p:nvSpPr>
          <p:cNvPr id="6" name="Slide Number Placeholder 5">
            <a:extLst>
              <a:ext uri="{FF2B5EF4-FFF2-40B4-BE49-F238E27FC236}">
                <a16:creationId xmlns:a16="http://schemas.microsoft.com/office/drawing/2014/main" id="{BD8DF0FC-660B-63D6-ED06-F3A5390954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7D1622-3182-4A52-8877-4F19CDE4B62E}" type="slidenum">
              <a:rPr lang="en-GB" smtClean="0"/>
              <a:t>‹#›</a:t>
            </a:fld>
            <a:endParaRPr lang="en-GB" dirty="0"/>
          </a:p>
        </p:txBody>
      </p:sp>
    </p:spTree>
    <p:extLst>
      <p:ext uri="{BB962C8B-B14F-4D97-AF65-F5344CB8AC3E}">
        <p14:creationId xmlns:p14="http://schemas.microsoft.com/office/powerpoint/2010/main" val="4086701319"/>
      </p:ext>
    </p:extLst>
  </p:cSld>
  <p:clrMap bg1="lt1" tx1="dk1" bg2="lt2" tx2="dk2" accent1="accent1" accent2="accent2" accent3="accent3" accent4="accent4" accent5="accent5" accent6="accent6" hlink="hlink" folHlink="folHlink"/>
  <p:sldLayoutIdLst>
    <p:sldLayoutId id="2147483649" r:id="rId1"/>
    <p:sldLayoutId id="2147483682" r:id="rId2"/>
    <p:sldLayoutId id="2147483667" r:id="rId3"/>
    <p:sldLayoutId id="2147483663" r:id="rId4"/>
    <p:sldLayoutId id="2147483664"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4794A-525E-FC69-434D-EC3DC7F345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4425A220-B51B-B40B-772E-AF635E9B2A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7DD37CB7-9E17-6013-DEE9-C5ADE1C93E5D}"/>
              </a:ext>
            </a:extLst>
          </p:cNvPr>
          <p:cNvSpPr>
            <a:spLocks noGrp="1"/>
          </p:cNvSpPr>
          <p:nvPr>
            <p:ph type="dt" sz="half" idx="2"/>
          </p:nvPr>
        </p:nvSpPr>
        <p:spPr>
          <a:xfrm>
            <a:off x="838200" y="3175"/>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250412-2DDD-4A29-8AF9-3C43A9F2F1F4}" type="datetime1">
              <a:rPr lang="en-GB" smtClean="0"/>
              <a:t>21/08/2025</a:t>
            </a:fld>
            <a:endParaRPr lang="en-GB" dirty="0"/>
          </a:p>
        </p:txBody>
      </p:sp>
      <p:sp>
        <p:nvSpPr>
          <p:cNvPr id="6" name="Slide Number Placeholder 5">
            <a:extLst>
              <a:ext uri="{FF2B5EF4-FFF2-40B4-BE49-F238E27FC236}">
                <a16:creationId xmlns:a16="http://schemas.microsoft.com/office/drawing/2014/main" id="{BD8DF0FC-660B-63D6-ED06-F3A5390954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7D1622-3182-4A52-8877-4F19CDE4B62E}" type="slidenum">
              <a:rPr lang="en-GB" smtClean="0"/>
              <a:t>‹#›</a:t>
            </a:fld>
            <a:endParaRPr lang="en-GB" dirty="0"/>
          </a:p>
        </p:txBody>
      </p:sp>
    </p:spTree>
    <p:extLst>
      <p:ext uri="{BB962C8B-B14F-4D97-AF65-F5344CB8AC3E}">
        <p14:creationId xmlns:p14="http://schemas.microsoft.com/office/powerpoint/2010/main" val="11536977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44F6E-1DFD-14F5-B42E-78FEA94A6B9E}"/>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2A07E91B-C328-9688-18AF-F80083E28456}"/>
              </a:ext>
            </a:extLst>
          </p:cNvPr>
          <p:cNvSpPr>
            <a:spLocks noGrp="1"/>
          </p:cNvSpPr>
          <p:nvPr>
            <p:ph type="subTitle" idx="1"/>
          </p:nvPr>
        </p:nvSpPr>
        <p:spPr/>
        <p:txBody>
          <a:bodyPr/>
          <a:lstStyle/>
          <a:p>
            <a:endParaRPr lang="en-GB"/>
          </a:p>
        </p:txBody>
      </p:sp>
      <p:sp>
        <p:nvSpPr>
          <p:cNvPr id="4" name="Date Placeholder 3">
            <a:extLst>
              <a:ext uri="{FF2B5EF4-FFF2-40B4-BE49-F238E27FC236}">
                <a16:creationId xmlns:a16="http://schemas.microsoft.com/office/drawing/2014/main" id="{FB742A42-107E-E10A-4DED-00790937B52E}"/>
              </a:ext>
            </a:extLst>
          </p:cNvPr>
          <p:cNvSpPr>
            <a:spLocks noGrp="1"/>
          </p:cNvSpPr>
          <p:nvPr>
            <p:ph type="dt" sz="half" idx="10"/>
          </p:nvPr>
        </p:nvSpPr>
        <p:spPr/>
        <p:txBody>
          <a:bodyPr/>
          <a:lstStyle/>
          <a:p>
            <a:fld id="{6B91D4CF-392B-40F8-82D8-82CB515B64EF}" type="datetime1">
              <a:rPr lang="en-GB" smtClean="0"/>
              <a:t>21/08/2025</a:t>
            </a:fld>
            <a:endParaRPr lang="en-GB" dirty="0"/>
          </a:p>
        </p:txBody>
      </p:sp>
      <p:sp>
        <p:nvSpPr>
          <p:cNvPr id="5" name="Slide Number Placeholder 4">
            <a:extLst>
              <a:ext uri="{FF2B5EF4-FFF2-40B4-BE49-F238E27FC236}">
                <a16:creationId xmlns:a16="http://schemas.microsoft.com/office/drawing/2014/main" id="{947DDD4D-3AB9-1539-262D-69630FE2C7A4}"/>
              </a:ext>
            </a:extLst>
          </p:cNvPr>
          <p:cNvSpPr>
            <a:spLocks noGrp="1"/>
          </p:cNvSpPr>
          <p:nvPr>
            <p:ph type="sldNum" sz="quarter" idx="12"/>
          </p:nvPr>
        </p:nvSpPr>
        <p:spPr/>
        <p:txBody>
          <a:bodyPr/>
          <a:lstStyle/>
          <a:p>
            <a:fld id="{4F501E3D-C6D3-482A-A999-3EA9CAA9AFF8}" type="slidenum">
              <a:rPr lang="en-GB" smtClean="0"/>
              <a:pPr/>
              <a:t>1</a:t>
            </a:fld>
            <a:endParaRPr lang="en-GB" dirty="0"/>
          </a:p>
        </p:txBody>
      </p:sp>
      <p:sp>
        <p:nvSpPr>
          <p:cNvPr id="6" name="Footer Placeholder 5">
            <a:extLst>
              <a:ext uri="{FF2B5EF4-FFF2-40B4-BE49-F238E27FC236}">
                <a16:creationId xmlns:a16="http://schemas.microsoft.com/office/drawing/2014/main" id="{B420CB02-A0CA-B5ED-55BB-5A154734C9F4}"/>
              </a:ext>
            </a:extLst>
          </p:cNvPr>
          <p:cNvSpPr>
            <a:spLocks noGrp="1"/>
          </p:cNvSpPr>
          <p:nvPr>
            <p:ph type="ftr" sz="quarter" idx="3"/>
          </p:nvPr>
        </p:nvSpPr>
        <p:spPr/>
        <p:txBody>
          <a:bodyPr/>
          <a:lstStyle/>
          <a:p>
            <a:endParaRPr lang="en-GB"/>
          </a:p>
          <a:p>
            <a:r>
              <a:rPr lang="en-GB"/>
              <a:t>“Funded by the European Union. Views and opinions expressed are however those of the author(s) only and do not necessarily reflect those of the European Union or the European Health and Digital Executive Agency. Neither the European Union nor the granting authority can be held responsible for them.”</a:t>
            </a:r>
          </a:p>
          <a:p>
            <a:endParaRPr lang="en-GB" dirty="0"/>
          </a:p>
        </p:txBody>
      </p:sp>
    </p:spTree>
    <p:extLst>
      <p:ext uri="{BB962C8B-B14F-4D97-AF65-F5344CB8AC3E}">
        <p14:creationId xmlns:p14="http://schemas.microsoft.com/office/powerpoint/2010/main" val="3153342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E26F8-C1CA-C7FB-6B61-B7F5CF942789}"/>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F37F109E-348C-CFD2-6184-4163F67776D1}"/>
              </a:ext>
            </a:extLst>
          </p:cNvPr>
          <p:cNvSpPr>
            <a:spLocks noGrp="1"/>
          </p:cNvSpPr>
          <p:nvPr>
            <p:ph type="body" idx="1"/>
          </p:nvPr>
        </p:nvSpPr>
        <p:spPr/>
        <p:txBody>
          <a:bodyPr/>
          <a:lstStyle/>
          <a:p>
            <a:endParaRPr lang="en-GB"/>
          </a:p>
        </p:txBody>
      </p:sp>
      <p:sp>
        <p:nvSpPr>
          <p:cNvPr id="4" name="Date Placeholder 3">
            <a:extLst>
              <a:ext uri="{FF2B5EF4-FFF2-40B4-BE49-F238E27FC236}">
                <a16:creationId xmlns:a16="http://schemas.microsoft.com/office/drawing/2014/main" id="{FCB90150-CEE5-DE27-A5A4-4E50A6A1A364}"/>
              </a:ext>
            </a:extLst>
          </p:cNvPr>
          <p:cNvSpPr>
            <a:spLocks noGrp="1"/>
          </p:cNvSpPr>
          <p:nvPr>
            <p:ph type="dt" sz="half" idx="10"/>
          </p:nvPr>
        </p:nvSpPr>
        <p:spPr/>
        <p:txBody>
          <a:bodyPr/>
          <a:lstStyle/>
          <a:p>
            <a:fld id="{82B5B2B5-B9A5-4B31-87F2-AD1D09D4A335}" type="datetime1">
              <a:rPr lang="en-GB" smtClean="0"/>
              <a:t>21/08/2025</a:t>
            </a:fld>
            <a:endParaRPr lang="en-GB" dirty="0"/>
          </a:p>
        </p:txBody>
      </p:sp>
      <p:sp>
        <p:nvSpPr>
          <p:cNvPr id="5" name="Slide Number Placeholder 4">
            <a:extLst>
              <a:ext uri="{FF2B5EF4-FFF2-40B4-BE49-F238E27FC236}">
                <a16:creationId xmlns:a16="http://schemas.microsoft.com/office/drawing/2014/main" id="{F5B49AA4-EFB6-1434-4773-A0EA5DC215B5}"/>
              </a:ext>
            </a:extLst>
          </p:cNvPr>
          <p:cNvSpPr>
            <a:spLocks noGrp="1"/>
          </p:cNvSpPr>
          <p:nvPr>
            <p:ph type="sldNum" sz="quarter" idx="12"/>
          </p:nvPr>
        </p:nvSpPr>
        <p:spPr/>
        <p:txBody>
          <a:bodyPr/>
          <a:lstStyle/>
          <a:p>
            <a:fld id="{5A7D1622-3182-4A52-8877-4F19CDE4B62E}" type="slidenum">
              <a:rPr lang="en-GB" smtClean="0"/>
              <a:t>2</a:t>
            </a:fld>
            <a:endParaRPr lang="en-GB" dirty="0"/>
          </a:p>
        </p:txBody>
      </p:sp>
    </p:spTree>
    <p:extLst>
      <p:ext uri="{BB962C8B-B14F-4D97-AF65-F5344CB8AC3E}">
        <p14:creationId xmlns:p14="http://schemas.microsoft.com/office/powerpoint/2010/main" val="1392650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F4F97-3E4F-AA3A-5BE1-2FDBBC7A10C2}"/>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A7EC66D4-3083-0BAA-0269-C83B4F65B53B}"/>
              </a:ext>
            </a:extLst>
          </p:cNvPr>
          <p:cNvSpPr>
            <a:spLocks noGrp="1"/>
          </p:cNvSpPr>
          <p:nvPr>
            <p:ph idx="1"/>
          </p:nvPr>
        </p:nvSpPr>
        <p:spPr/>
        <p:txBody>
          <a:bodyPr/>
          <a:lstStyle/>
          <a:p>
            <a:endParaRPr lang="en-GB"/>
          </a:p>
        </p:txBody>
      </p:sp>
      <p:sp>
        <p:nvSpPr>
          <p:cNvPr id="4" name="Date Placeholder 3">
            <a:extLst>
              <a:ext uri="{FF2B5EF4-FFF2-40B4-BE49-F238E27FC236}">
                <a16:creationId xmlns:a16="http://schemas.microsoft.com/office/drawing/2014/main" id="{EDFC99AD-0E93-C21D-4036-9D865B39D1CB}"/>
              </a:ext>
            </a:extLst>
          </p:cNvPr>
          <p:cNvSpPr>
            <a:spLocks noGrp="1"/>
          </p:cNvSpPr>
          <p:nvPr>
            <p:ph type="dt" sz="half" idx="10"/>
          </p:nvPr>
        </p:nvSpPr>
        <p:spPr/>
        <p:txBody>
          <a:bodyPr/>
          <a:lstStyle/>
          <a:p>
            <a:fld id="{28B328F1-01AB-4078-BABE-0726F3AFA2D1}" type="datetime1">
              <a:rPr lang="en-GB" smtClean="0"/>
              <a:t>21/08/2025</a:t>
            </a:fld>
            <a:endParaRPr lang="en-GB" dirty="0"/>
          </a:p>
        </p:txBody>
      </p:sp>
      <p:sp>
        <p:nvSpPr>
          <p:cNvPr id="5" name="Slide Number Placeholder 4">
            <a:extLst>
              <a:ext uri="{FF2B5EF4-FFF2-40B4-BE49-F238E27FC236}">
                <a16:creationId xmlns:a16="http://schemas.microsoft.com/office/drawing/2014/main" id="{6597CE26-2723-BAC7-9FD5-C61F75A64C56}"/>
              </a:ext>
            </a:extLst>
          </p:cNvPr>
          <p:cNvSpPr>
            <a:spLocks noGrp="1"/>
          </p:cNvSpPr>
          <p:nvPr>
            <p:ph type="sldNum" sz="quarter" idx="12"/>
          </p:nvPr>
        </p:nvSpPr>
        <p:spPr/>
        <p:txBody>
          <a:bodyPr/>
          <a:lstStyle/>
          <a:p>
            <a:fld id="{5A7D1622-3182-4A52-8877-4F19CDE4B62E}" type="slidenum">
              <a:rPr lang="en-GB" smtClean="0"/>
              <a:t>3</a:t>
            </a:fld>
            <a:endParaRPr lang="en-GB" dirty="0"/>
          </a:p>
        </p:txBody>
      </p:sp>
    </p:spTree>
    <p:extLst>
      <p:ext uri="{BB962C8B-B14F-4D97-AF65-F5344CB8AC3E}">
        <p14:creationId xmlns:p14="http://schemas.microsoft.com/office/powerpoint/2010/main" val="3851772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72206-99DB-364D-D19A-9C55DD825F63}"/>
              </a:ext>
            </a:extLst>
          </p:cNvPr>
          <p:cNvSpPr>
            <a:spLocks noGrp="1"/>
          </p:cNvSpPr>
          <p:nvPr>
            <p:ph type="title"/>
          </p:nvPr>
        </p:nvSpPr>
        <p:spPr/>
        <p:txBody>
          <a:bodyPr/>
          <a:lstStyle/>
          <a:p>
            <a:endParaRPr lang="en-GB"/>
          </a:p>
        </p:txBody>
      </p:sp>
      <p:sp>
        <p:nvSpPr>
          <p:cNvPr id="3" name="Date Placeholder 2">
            <a:extLst>
              <a:ext uri="{FF2B5EF4-FFF2-40B4-BE49-F238E27FC236}">
                <a16:creationId xmlns:a16="http://schemas.microsoft.com/office/drawing/2014/main" id="{C2152175-725F-0DAE-1A48-C106FF6C196A}"/>
              </a:ext>
            </a:extLst>
          </p:cNvPr>
          <p:cNvSpPr>
            <a:spLocks noGrp="1"/>
          </p:cNvSpPr>
          <p:nvPr>
            <p:ph type="dt" sz="half" idx="10"/>
          </p:nvPr>
        </p:nvSpPr>
        <p:spPr/>
        <p:txBody>
          <a:bodyPr/>
          <a:lstStyle/>
          <a:p>
            <a:fld id="{8A516451-2541-43A5-A831-9C769C9DF156}" type="datetime1">
              <a:rPr lang="en-GB" smtClean="0"/>
              <a:t>21/08/2025</a:t>
            </a:fld>
            <a:endParaRPr lang="en-GB" dirty="0"/>
          </a:p>
        </p:txBody>
      </p:sp>
      <p:sp>
        <p:nvSpPr>
          <p:cNvPr id="4" name="Slide Number Placeholder 3">
            <a:extLst>
              <a:ext uri="{FF2B5EF4-FFF2-40B4-BE49-F238E27FC236}">
                <a16:creationId xmlns:a16="http://schemas.microsoft.com/office/drawing/2014/main" id="{BEE22FAB-27B7-6592-13FC-6EF1812ABFD3}"/>
              </a:ext>
            </a:extLst>
          </p:cNvPr>
          <p:cNvSpPr>
            <a:spLocks noGrp="1"/>
          </p:cNvSpPr>
          <p:nvPr>
            <p:ph type="sldNum" sz="quarter" idx="12"/>
          </p:nvPr>
        </p:nvSpPr>
        <p:spPr/>
        <p:txBody>
          <a:bodyPr/>
          <a:lstStyle/>
          <a:p>
            <a:fld id="{5A7D1622-3182-4A52-8877-4F19CDE4B62E}" type="slidenum">
              <a:rPr lang="en-GB" smtClean="0"/>
              <a:t>4</a:t>
            </a:fld>
            <a:endParaRPr lang="en-GB" dirty="0"/>
          </a:p>
        </p:txBody>
      </p:sp>
    </p:spTree>
    <p:extLst>
      <p:ext uri="{BB962C8B-B14F-4D97-AF65-F5344CB8AC3E}">
        <p14:creationId xmlns:p14="http://schemas.microsoft.com/office/powerpoint/2010/main" val="2452796361"/>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0E2841"/>
      </a:dk2>
      <a:lt2>
        <a:srgbClr val="E8E8E8"/>
      </a:lt2>
      <a:accent1>
        <a:srgbClr val="0A5963"/>
      </a:accent1>
      <a:accent2>
        <a:srgbClr val="00AFB9"/>
      </a:accent2>
      <a:accent3>
        <a:srgbClr val="6E0D25"/>
      </a:accent3>
      <a:accent4>
        <a:srgbClr val="E5DFDC"/>
      </a:accent4>
      <a:accent5>
        <a:srgbClr val="F07167"/>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RE Template.pptx" id="{5060FEAE-158E-4660-A940-339DDF2DBC9E}" vid="{A8DB2211-C2B3-4D82-90B1-EDD0D4E3DD1E}"/>
    </a:ext>
  </a:extLst>
</a:theme>
</file>

<file path=ppt/theme/theme2.xml><?xml version="1.0" encoding="utf-8"?>
<a:theme xmlns:a="http://schemas.openxmlformats.org/drawingml/2006/main" name="1_Office Theme">
  <a:themeElements>
    <a:clrScheme name="Custom 1">
      <a:dk1>
        <a:sysClr val="windowText" lastClr="000000"/>
      </a:dk1>
      <a:lt1>
        <a:sysClr val="window" lastClr="FFFFFF"/>
      </a:lt1>
      <a:dk2>
        <a:srgbClr val="0E2841"/>
      </a:dk2>
      <a:lt2>
        <a:srgbClr val="E8E8E8"/>
      </a:lt2>
      <a:accent1>
        <a:srgbClr val="0A5963"/>
      </a:accent1>
      <a:accent2>
        <a:srgbClr val="00AFB9"/>
      </a:accent2>
      <a:accent3>
        <a:srgbClr val="6E0D25"/>
      </a:accent3>
      <a:accent4>
        <a:srgbClr val="E5DFDC"/>
      </a:accent4>
      <a:accent5>
        <a:srgbClr val="F07167"/>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RE Template.pptx" id="{5060FEAE-158E-4660-A940-339DDF2DBC9E}" vid="{538EC92F-9DD9-4E1E-88F8-FC7766EAFE8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IRE Template</Template>
  <TotalTime>49</TotalTime>
  <Words>67</Words>
  <Application>Microsoft Office PowerPoint</Application>
  <PresentationFormat>Widescreen</PresentationFormat>
  <Paragraphs>14</Paragraphs>
  <Slides>4</Slides>
  <Notes>4</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vt:i4>
      </vt:variant>
    </vt:vector>
  </HeadingPairs>
  <TitlesOfParts>
    <vt:vector size="9" baseType="lpstr">
      <vt:lpstr>Aptos</vt:lpstr>
      <vt:lpstr>Aptos Display</vt:lpstr>
      <vt:lpstr>Arial</vt:lpstr>
      <vt:lpstr>Office Theme</vt:lpstr>
      <vt:lpstr>1_Office Theme</vt:lpstr>
      <vt:lpstr>PowerPoint Presentation</vt:lpstr>
      <vt:lpstr>PowerPoint Presentation</vt:lpstr>
      <vt:lpstr>PowerPoint Presentation</vt:lpstr>
      <vt:lpstr>PowerPoint Presentation</vt:lpstr>
    </vt:vector>
  </TitlesOfParts>
  <Company>University of Copenhagen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Jens Bønnekilde Gredsted</dc:creator>
  <cp:lastModifiedBy>Thomas Jens Bønnekilde Gredsted</cp:lastModifiedBy>
  <cp:revision>6</cp:revision>
  <dcterms:created xsi:type="dcterms:W3CDTF">2025-08-12T12:43:29Z</dcterms:created>
  <dcterms:modified xsi:type="dcterms:W3CDTF">2025-08-21T08:58:06Z</dcterms:modified>
</cp:coreProperties>
</file>