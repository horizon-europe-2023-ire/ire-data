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Lst>
  <p:notesMasterIdLst>
    <p:notesMasterId r:id="rId7"/>
  </p:notesMasterIdLst>
  <p:sldIdLst>
    <p:sldId id="256" r:id="rId3"/>
    <p:sldId id="261" r:id="rId4"/>
    <p:sldId id="260" r:id="rId5"/>
    <p:sldId id="262" r:id="rId6"/>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4997" autoAdjust="0"/>
    <p:restoredTop sz="89039" autoAdjust="0"/>
  </p:normalViewPr>
  <p:slideViewPr>
    <p:cSldViewPr snapToGrid="0">
      <p:cViewPr varScale="1">
        <p:scale>
          <a:sx n="75" d="100"/>
          <a:sy n="75" d="100"/>
        </p:scale>
        <p:origin x="3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91DE-1A95-40CA-88CC-DF61513632D0}" type="datetimeFigureOut">
              <a:rPr lang="en-GB" smtClean="0"/>
              <a:t>21/08/2025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BEC7E-AD94-4F4B-86DB-3B8C9D6048E2}" type="slidenum">
              <a:rPr lang="en-GB" smtClean="0"/>
              <a:t>‹#›</a:t>
            </a:fld>
            <a:endParaRPr lang="en-GB" dirty="0"/>
          </a:p>
        </p:txBody>
      </p:sp>
    </p:spTree>
    <p:extLst>
      <p:ext uri="{BB962C8B-B14F-4D97-AF65-F5344CB8AC3E}">
        <p14:creationId xmlns:p14="http://schemas.microsoft.com/office/powerpoint/2010/main" val="172484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4ABEC7E-AD94-4F4B-86DB-3B8C9D6048E2}" type="slidenum">
              <a:rPr lang="en-GB" smtClean="0"/>
              <a:t>1</a:t>
            </a:fld>
            <a:endParaRPr lang="en-GB" dirty="0"/>
          </a:p>
        </p:txBody>
      </p:sp>
    </p:spTree>
    <p:extLst>
      <p:ext uri="{BB962C8B-B14F-4D97-AF65-F5344CB8AC3E}">
        <p14:creationId xmlns:p14="http://schemas.microsoft.com/office/powerpoint/2010/main" val="3638546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2</a:t>
            </a:fld>
            <a:endParaRPr lang="en-GB" dirty="0"/>
          </a:p>
        </p:txBody>
      </p:sp>
    </p:spTree>
    <p:extLst>
      <p:ext uri="{BB962C8B-B14F-4D97-AF65-F5344CB8AC3E}">
        <p14:creationId xmlns:p14="http://schemas.microsoft.com/office/powerpoint/2010/main" val="4263519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3</a:t>
            </a:fld>
            <a:endParaRPr lang="en-GB" dirty="0"/>
          </a:p>
        </p:txBody>
      </p:sp>
    </p:spTree>
    <p:extLst>
      <p:ext uri="{BB962C8B-B14F-4D97-AF65-F5344CB8AC3E}">
        <p14:creationId xmlns:p14="http://schemas.microsoft.com/office/powerpoint/2010/main" val="3521641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4</a:t>
            </a:fld>
            <a:endParaRPr lang="en-GB" dirty="0"/>
          </a:p>
        </p:txBody>
      </p:sp>
    </p:spTree>
    <p:extLst>
      <p:ext uri="{BB962C8B-B14F-4D97-AF65-F5344CB8AC3E}">
        <p14:creationId xmlns:p14="http://schemas.microsoft.com/office/powerpoint/2010/main" val="408022376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1814-2254-B7DD-238B-AEA79F705F57}"/>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1119F643-C264-E81C-6ED1-3FA62F563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C490750-009F-3DC4-6E3B-FC64881777A9}"/>
              </a:ext>
            </a:extLst>
          </p:cNvPr>
          <p:cNvSpPr>
            <a:spLocks noGrp="1"/>
          </p:cNvSpPr>
          <p:nvPr>
            <p:ph type="dt" sz="half" idx="10"/>
          </p:nvPr>
        </p:nvSpPr>
        <p:spPr/>
        <p:txBody>
          <a:bodyPr/>
          <a:lstStyle/>
          <a:p>
            <a:fld id="{6B91D4CF-392B-40F8-82D8-82CB515B64EF}" type="datetime1">
              <a:rPr lang="en-GB" smtClean="0"/>
              <a:t>21/08/2025</a:t>
            </a:fld>
            <a:endParaRPr lang="en-GB" dirty="0"/>
          </a:p>
        </p:txBody>
      </p:sp>
      <p:sp>
        <p:nvSpPr>
          <p:cNvPr id="6" name="Slide Number Placeholder 5">
            <a:extLst>
              <a:ext uri="{FF2B5EF4-FFF2-40B4-BE49-F238E27FC236}">
                <a16:creationId xmlns:a16="http://schemas.microsoft.com/office/drawing/2014/main" id="{9CB7556B-230C-0E4B-25A0-5B719B95D382}"/>
              </a:ext>
            </a:extLst>
          </p:cNvPr>
          <p:cNvSpPr>
            <a:spLocks noGrp="1"/>
          </p:cNvSpPr>
          <p:nvPr>
            <p:ph type="sldNum" sz="quarter" idx="12"/>
          </p:nvPr>
        </p:nvSpPr>
        <p:spPr/>
        <p:txBody>
          <a:bodyPr/>
          <a:lstStyle>
            <a:lvl1pPr>
              <a:defRPr/>
            </a:lvl1pPr>
          </a:lstStyle>
          <a:p>
            <a:fld id="{4F501E3D-C6D3-482A-A999-3EA9CAA9AFF8}" type="slidenum">
              <a:rPr lang="en-GB" smtClean="0"/>
              <a:pPr/>
              <a:t>‹#›</a:t>
            </a:fld>
            <a:endParaRPr lang="en-GB" dirty="0"/>
          </a:p>
        </p:txBody>
      </p:sp>
      <p:pic>
        <p:nvPicPr>
          <p:cNvPr id="7" name="Picture 6">
            <a:extLst>
              <a:ext uri="{FF2B5EF4-FFF2-40B4-BE49-F238E27FC236}">
                <a16:creationId xmlns:a16="http://schemas.microsoft.com/office/drawing/2014/main" id="{3B58B4A4-F6B7-7E06-2C7E-CD1019DB713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ue square with yellow stars and a blue rectangle with text&#10;&#10;AI-generated content may be incorrect.">
            <a:extLst>
              <a:ext uri="{FF2B5EF4-FFF2-40B4-BE49-F238E27FC236}">
                <a16:creationId xmlns:a16="http://schemas.microsoft.com/office/drawing/2014/main" id="{C7519D1B-F553-2FC1-5B9C-0F520CD08B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3913" y="6233870"/>
            <a:ext cx="1500775" cy="518009"/>
          </a:xfrm>
          <a:prstGeom prst="rect">
            <a:avLst/>
          </a:prstGeom>
        </p:spPr>
      </p:pic>
      <p:pic>
        <p:nvPicPr>
          <p:cNvPr id="27" name="Picture 26">
            <a:extLst>
              <a:ext uri="{FF2B5EF4-FFF2-40B4-BE49-F238E27FC236}">
                <a16:creationId xmlns:a16="http://schemas.microsoft.com/office/drawing/2014/main" id="{C079A575-B626-70CA-C7EF-051DAD17B8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112699" y="1336336"/>
            <a:ext cx="919151" cy="216000"/>
          </a:xfrm>
          <a:prstGeom prst="rect">
            <a:avLst/>
          </a:prstGeom>
        </p:spPr>
      </p:pic>
      <p:pic>
        <p:nvPicPr>
          <p:cNvPr id="29" name="Picture 28" descr="A red text on a white background&#10;&#10;AI-generated content may be incorrect.">
            <a:extLst>
              <a:ext uri="{FF2B5EF4-FFF2-40B4-BE49-F238E27FC236}">
                <a16:creationId xmlns:a16="http://schemas.microsoft.com/office/drawing/2014/main" id="{F73430BA-CE91-B5B4-FF14-D2A954AD400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37573" y="1294262"/>
            <a:ext cx="822857" cy="288000"/>
          </a:xfrm>
          <a:prstGeom prst="rect">
            <a:avLst/>
          </a:prstGeom>
        </p:spPr>
      </p:pic>
      <p:pic>
        <p:nvPicPr>
          <p:cNvPr id="31" name="Picture 30" descr="A colorful squares with pink and blue text&#10;&#10;AI-generated content may be incorrect.">
            <a:extLst>
              <a:ext uri="{FF2B5EF4-FFF2-40B4-BE49-F238E27FC236}">
                <a16:creationId xmlns:a16="http://schemas.microsoft.com/office/drawing/2014/main" id="{5B0A7C30-AC8F-2FC0-6E1A-D891A1E24348}"/>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1357" y="1280202"/>
            <a:ext cx="757895" cy="288000"/>
          </a:xfrm>
          <a:prstGeom prst="rect">
            <a:avLst/>
          </a:prstGeom>
        </p:spPr>
      </p:pic>
      <p:pic>
        <p:nvPicPr>
          <p:cNvPr id="33" name="Picture 32">
            <a:extLst>
              <a:ext uri="{FF2B5EF4-FFF2-40B4-BE49-F238E27FC236}">
                <a16:creationId xmlns:a16="http://schemas.microsoft.com/office/drawing/2014/main" id="{34A62EFA-0657-295C-F2ED-A361F0C46FEA}"/>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4385484" y="1307413"/>
            <a:ext cx="2506070" cy="288000"/>
          </a:xfrm>
          <a:prstGeom prst="rect">
            <a:avLst/>
          </a:prstGeom>
        </p:spPr>
      </p:pic>
      <p:pic>
        <p:nvPicPr>
          <p:cNvPr id="35" name="Picture 34" descr="A close up of a logo&#10;&#10;AI-generated content may be incorrect.">
            <a:extLst>
              <a:ext uri="{FF2B5EF4-FFF2-40B4-BE49-F238E27FC236}">
                <a16:creationId xmlns:a16="http://schemas.microsoft.com/office/drawing/2014/main" id="{E94943D6-A36D-7C4F-E754-249C4898B95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821946" y="1289041"/>
            <a:ext cx="1129410" cy="288000"/>
          </a:xfrm>
          <a:prstGeom prst="rect">
            <a:avLst/>
          </a:prstGeom>
        </p:spPr>
      </p:pic>
      <p:pic>
        <p:nvPicPr>
          <p:cNvPr id="37" name="Picture 36" descr="A black background with white lines&#10;&#10;AI-generated content may be incorrect.">
            <a:extLst>
              <a:ext uri="{FF2B5EF4-FFF2-40B4-BE49-F238E27FC236}">
                <a16:creationId xmlns:a16="http://schemas.microsoft.com/office/drawing/2014/main" id="{95D49E4E-B6A1-54F5-8092-DD7EFA77932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9166811" y="1325041"/>
            <a:ext cx="576000" cy="288000"/>
          </a:xfrm>
          <a:prstGeom prst="rect">
            <a:avLst/>
          </a:prstGeom>
        </p:spPr>
      </p:pic>
      <p:pic>
        <p:nvPicPr>
          <p:cNvPr id="39" name="Picture 38" descr="A black background with a black square&#10;&#10;AI-generated content may be incorrect.">
            <a:extLst>
              <a:ext uri="{FF2B5EF4-FFF2-40B4-BE49-F238E27FC236}">
                <a16:creationId xmlns:a16="http://schemas.microsoft.com/office/drawing/2014/main" id="{CDD2F42C-A28A-20D1-7D24-B82894099019}"/>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857123" y="1300336"/>
            <a:ext cx="757893" cy="288000"/>
          </a:xfrm>
          <a:prstGeom prst="rect">
            <a:avLst/>
          </a:prstGeom>
        </p:spPr>
      </p:pic>
      <p:pic>
        <p:nvPicPr>
          <p:cNvPr id="41" name="Picture 40" descr="A black background with white text&#10;&#10;AI-generated content may be incorrect.">
            <a:extLst>
              <a:ext uri="{FF2B5EF4-FFF2-40B4-BE49-F238E27FC236}">
                <a16:creationId xmlns:a16="http://schemas.microsoft.com/office/drawing/2014/main" id="{4749D168-A783-CD67-3E37-7E34229E4D1E}"/>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524000" y="1308255"/>
            <a:ext cx="767999" cy="288000"/>
          </a:xfrm>
          <a:prstGeom prst="rect">
            <a:avLst/>
          </a:prstGeom>
        </p:spPr>
      </p:pic>
      <p:sp>
        <p:nvSpPr>
          <p:cNvPr id="8" name="Footer Placeholder 4">
            <a:extLst>
              <a:ext uri="{FF2B5EF4-FFF2-40B4-BE49-F238E27FC236}">
                <a16:creationId xmlns:a16="http://schemas.microsoft.com/office/drawing/2014/main" id="{E4446E27-30B0-9FE5-EF56-60C22B681CB9}"/>
              </a:ext>
            </a:extLst>
          </p:cNvPr>
          <p:cNvSpPr>
            <a:spLocks noGrp="1"/>
          </p:cNvSpPr>
          <p:nvPr>
            <p:ph type="ftr" sz="quarter" idx="3"/>
          </p:nvPr>
        </p:nvSpPr>
        <p:spPr>
          <a:xfrm>
            <a:off x="2274688" y="6348032"/>
            <a:ext cx="6335912" cy="365125"/>
          </a:xfrm>
          <a:prstGeom prst="rect">
            <a:avLst/>
          </a:prstGeom>
        </p:spPr>
        <p:txBody>
          <a:bodyPr vert="horz" lIns="91440" tIns="45720" rIns="91440" bIns="45720" rtlCol="0" anchor="ctr"/>
          <a:lstStyle>
            <a:lvl1pPr algn="l">
              <a:defRPr sz="800">
                <a:solidFill>
                  <a:schemeClr val="tx1">
                    <a:tint val="82000"/>
                  </a:schemeClr>
                </a:solidFill>
              </a:defRPr>
            </a:lvl1pPr>
          </a:lstStyle>
          <a:p>
            <a:endParaRPr lang="en-GB" dirty="0"/>
          </a:p>
          <a:p>
            <a:r>
              <a:rPr lang="en-GB" dirty="0"/>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094124189"/>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CF08C7F9-46B4-42F9-920A-04559E3E0773}"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303618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0257DA7A-D1DA-475D-8BBF-07409839C6DF}"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pic>
        <p:nvPicPr>
          <p:cNvPr id="8" name="Picture 7" descr="A black background with white lines&#10;&#10;AI-generated content may be incorrect.">
            <a:extLst>
              <a:ext uri="{FF2B5EF4-FFF2-40B4-BE49-F238E27FC236}">
                <a16:creationId xmlns:a16="http://schemas.microsoft.com/office/drawing/2014/main" id="{833B9F11-E2A0-4C67-6138-9B7AE8D8834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0458" y="442250"/>
            <a:ext cx="576000" cy="288000"/>
          </a:xfrm>
          <a:prstGeom prst="rect">
            <a:avLst/>
          </a:prstGeom>
        </p:spPr>
      </p:pic>
    </p:spTree>
    <p:extLst>
      <p:ext uri="{BB962C8B-B14F-4D97-AF65-F5344CB8AC3E}">
        <p14:creationId xmlns:p14="http://schemas.microsoft.com/office/powerpoint/2010/main" val="1147337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6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128C28D8-1CDD-45FE-A5EA-877E79920C4C}"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ack background with white lines&#10;&#10;AI-generated content may be incorrect.">
            <a:extLst>
              <a:ext uri="{FF2B5EF4-FFF2-40B4-BE49-F238E27FC236}">
                <a16:creationId xmlns:a16="http://schemas.microsoft.com/office/drawing/2014/main" id="{814FD12F-0D8A-0323-04FA-D9F28884403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0458" y="442250"/>
            <a:ext cx="576000" cy="288000"/>
          </a:xfrm>
          <a:prstGeom prst="rect">
            <a:avLst/>
          </a:prstGeom>
        </p:spPr>
      </p:pic>
    </p:spTree>
    <p:extLst>
      <p:ext uri="{BB962C8B-B14F-4D97-AF65-F5344CB8AC3E}">
        <p14:creationId xmlns:p14="http://schemas.microsoft.com/office/powerpoint/2010/main" val="398825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C80BCF1F-0974-4803-875D-B2208338E6B7}"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8" name="Picture 7" descr="A black background with white lines&#10;&#10;AI-generated content may be incorrect.">
            <a:extLst>
              <a:ext uri="{FF2B5EF4-FFF2-40B4-BE49-F238E27FC236}">
                <a16:creationId xmlns:a16="http://schemas.microsoft.com/office/drawing/2014/main" id="{A1C9C45B-6F14-7125-A505-B2479FA9DC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0458" y="442250"/>
            <a:ext cx="576000" cy="288000"/>
          </a:xfrm>
          <a:prstGeom prst="rect">
            <a:avLst/>
          </a:prstGeom>
        </p:spPr>
      </p:pic>
    </p:spTree>
    <p:extLst>
      <p:ext uri="{BB962C8B-B14F-4D97-AF65-F5344CB8AC3E}">
        <p14:creationId xmlns:p14="http://schemas.microsoft.com/office/powerpoint/2010/main" val="2312791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E349067A-4565-4AEB-9B02-2F60E9A499A7}"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835914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003F26D2-664A-4BF5-9986-8C17B96FC5FC}" type="datetime1">
              <a:rPr lang="en-GB" smtClean="0"/>
              <a:t>21/08/2025</a:t>
            </a:fld>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116090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BA19A651-E0BA-47DB-8857-396277ED9DDB}" type="datetime1">
              <a:rPr lang="en-GB" smtClean="0"/>
              <a:t>21/08/2025</a:t>
            </a:fld>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333414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3D0E665A-41E1-4D77-AAEF-41BC6FF67C99}" type="datetime1">
              <a:rPr lang="en-GB" smtClean="0"/>
              <a:t>21/08/2025</a:t>
            </a:fld>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790330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FF0BA51B-1116-4C66-B189-FDAC080439C7}" type="datetime1">
              <a:rPr lang="en-GB" smtClean="0"/>
              <a:t>21/08/2025</a:t>
            </a:fld>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080172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5DA33F08-FE93-410F-9B05-A534FEEDFE55}" type="datetime1">
              <a:rPr lang="en-GB" smtClean="0"/>
              <a:t>21/08/2025</a:t>
            </a:fld>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969396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3970187D-865E-409D-83A7-C624CD67A276}" type="datetime1">
              <a:rPr lang="en-GB" smtClean="0"/>
              <a:t>21/08/2025</a:t>
            </a:fld>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794903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70A8905F-8063-4926-9B81-5D032D4B0CF2}" type="datetime1">
              <a:rPr lang="en-GB" smtClean="0"/>
              <a:t>21/08/2025</a:t>
            </a:fld>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33123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16EA6686-04E1-4858-8063-7AF079FA9729}"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7693985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endParaRPr lang="en-GB" dirty="0"/>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AA397BF8-7EB3-4E22-B2FB-E4D308376094}"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spTree>
    <p:extLst>
      <p:ext uri="{BB962C8B-B14F-4D97-AF65-F5344CB8AC3E}">
        <p14:creationId xmlns:p14="http://schemas.microsoft.com/office/powerpoint/2010/main" val="25812084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B4508B31-2AB0-4731-A717-9C265F9358C6}"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5196079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E3B4812E-F4FB-46FD-9E7C-907D63D1F18D}" type="datetime1">
              <a:rPr lang="en-GB" smtClean="0"/>
              <a:t>21/08/2025</a:t>
            </a:fld>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11632963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GB"/>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6A5AF2F6-F1F4-451B-AEA0-97E489D8943A}" type="datetime1">
              <a:rPr lang="en-GB" smtClean="0"/>
              <a:t>21/08/2025</a:t>
            </a:fld>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531407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A1830FED-5137-4ECA-B30E-1109C78CED7B}" type="datetime1">
              <a:rPr lang="en-GB" smtClean="0"/>
              <a:t>21/08/2025</a:t>
            </a:fld>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7239597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7231330B-5045-4A0A-B610-A9935F0EBABB}" type="datetime1">
              <a:rPr lang="en-GB" smtClean="0"/>
              <a:t>21/08/2025</a:t>
            </a:fld>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3287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01FD5831-8644-4467-9E26-F0459C536429}" type="datetime1">
              <a:rPr lang="en-GB" smtClean="0"/>
              <a:t>21/08/2025</a:t>
            </a:fld>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3910125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1D83846A-9E8F-4D0C-853B-28EF109582FC}" type="datetime1">
              <a:rPr lang="en-GB" smtClean="0"/>
              <a:t>21/08/2025</a:t>
            </a:fld>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57425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C04783B8-BF84-43B7-B1E3-AB1B98D07458}" type="datetime1">
              <a:rPr lang="en-GB" smtClean="0"/>
              <a:t>21/08/2025</a:t>
            </a:fld>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037105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2.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A41DFE-F16F-45DC-A858-FD8F04677CAD}" type="datetime1">
              <a:rPr lang="en-GB" smtClean="0"/>
              <a:t>21/08/2025</a:t>
            </a:fld>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4086701319"/>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76" r:id="rId3"/>
    <p:sldLayoutId id="2147483677" r:id="rId4"/>
    <p:sldLayoutId id="2147483678"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250412-2DDD-4A29-8AF9-3C43A9F2F1F4}" type="datetime1">
              <a:rPr lang="en-GB" smtClean="0"/>
              <a:t>21/08/2025</a:t>
            </a:fld>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11536977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FCF7-EC36-6E16-ED42-6B67EE3F3A65}"/>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96D26B09-BCFB-12D2-8A7E-9F77DE2E0563}"/>
              </a:ext>
            </a:extLst>
          </p:cNvPr>
          <p:cNvSpPr>
            <a:spLocks noGrp="1"/>
          </p:cNvSpPr>
          <p:nvPr>
            <p:ph type="subTitle" idx="1"/>
          </p:nvPr>
        </p:nvSpPr>
        <p:spPr/>
        <p:txBody>
          <a:bodyPr/>
          <a:lstStyle/>
          <a:p>
            <a:endParaRPr lang="en-GB" dirty="0"/>
          </a:p>
        </p:txBody>
      </p:sp>
      <p:sp>
        <p:nvSpPr>
          <p:cNvPr id="4" name="Slide Number Placeholder 3">
            <a:extLst>
              <a:ext uri="{FF2B5EF4-FFF2-40B4-BE49-F238E27FC236}">
                <a16:creationId xmlns:a16="http://schemas.microsoft.com/office/drawing/2014/main" id="{0EB33393-BBF3-F262-B7B7-CB3595A356C6}"/>
              </a:ext>
            </a:extLst>
          </p:cNvPr>
          <p:cNvSpPr>
            <a:spLocks noGrp="1"/>
          </p:cNvSpPr>
          <p:nvPr>
            <p:ph type="sldNum" sz="quarter" idx="12"/>
          </p:nvPr>
        </p:nvSpPr>
        <p:spPr/>
        <p:txBody>
          <a:bodyPr/>
          <a:lstStyle/>
          <a:p>
            <a:fld id="{5A7D1622-3182-4A52-8877-4F19CDE4B62E}" type="slidenum">
              <a:rPr lang="en-GB" smtClean="0"/>
              <a:t>1</a:t>
            </a:fld>
            <a:endParaRPr lang="en-GB" dirty="0"/>
          </a:p>
        </p:txBody>
      </p:sp>
      <p:sp>
        <p:nvSpPr>
          <p:cNvPr id="6" name="Date Placeholder 5">
            <a:extLst>
              <a:ext uri="{FF2B5EF4-FFF2-40B4-BE49-F238E27FC236}">
                <a16:creationId xmlns:a16="http://schemas.microsoft.com/office/drawing/2014/main" id="{BF74DA1C-770E-04F0-00F0-6D9763C77E55}"/>
              </a:ext>
            </a:extLst>
          </p:cNvPr>
          <p:cNvSpPr>
            <a:spLocks noGrp="1"/>
          </p:cNvSpPr>
          <p:nvPr>
            <p:ph type="dt" sz="half" idx="10"/>
          </p:nvPr>
        </p:nvSpPr>
        <p:spPr/>
        <p:txBody>
          <a:bodyPr/>
          <a:lstStyle/>
          <a:p>
            <a:fld id="{44404B62-F1A8-49C2-A8AB-47BD327A7AEC}" type="datetime1">
              <a:rPr lang="en-GB" smtClean="0"/>
              <a:t>21/08/2025</a:t>
            </a:fld>
            <a:endParaRPr lang="en-GB" dirty="0"/>
          </a:p>
        </p:txBody>
      </p:sp>
      <p:sp>
        <p:nvSpPr>
          <p:cNvPr id="7" name="Footer Placeholder 6">
            <a:extLst>
              <a:ext uri="{FF2B5EF4-FFF2-40B4-BE49-F238E27FC236}">
                <a16:creationId xmlns:a16="http://schemas.microsoft.com/office/drawing/2014/main" id="{3DFE140B-50E8-875B-A0E1-8851C165E79B}"/>
              </a:ext>
            </a:extLst>
          </p:cNvPr>
          <p:cNvSpPr>
            <a:spLocks noGrp="1"/>
          </p:cNvSpPr>
          <p:nvPr>
            <p:ph type="ftr" sz="quarter" idx="3"/>
          </p:nvPr>
        </p:nvSpPr>
        <p:spPr/>
        <p:txBody>
          <a:bodyPr/>
          <a:lstStyle/>
          <a:p>
            <a:endParaRPr lang="en-GB"/>
          </a:p>
          <a:p>
            <a:r>
              <a:rPr lang="en-GB"/>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68750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785CF-0751-1DD7-C626-3FA52BFAF7C0}"/>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F9D2DE07-DF64-6587-05EB-96B3AA3EFF83}"/>
              </a:ext>
            </a:extLst>
          </p:cNvPr>
          <p:cNvSpPr>
            <a:spLocks noGrp="1"/>
          </p:cNvSpPr>
          <p:nvPr>
            <p:ph type="body" idx="1"/>
          </p:nvPr>
        </p:nvSpPr>
        <p:spPr/>
        <p:txBody>
          <a:bodyPr/>
          <a:lstStyle/>
          <a:p>
            <a:endParaRPr lang="en-GB"/>
          </a:p>
        </p:txBody>
      </p:sp>
      <p:sp>
        <p:nvSpPr>
          <p:cNvPr id="4" name="Date Placeholder 3">
            <a:extLst>
              <a:ext uri="{FF2B5EF4-FFF2-40B4-BE49-F238E27FC236}">
                <a16:creationId xmlns:a16="http://schemas.microsoft.com/office/drawing/2014/main" id="{6C72CB67-023C-0F43-004C-E0A36BE9EA31}"/>
              </a:ext>
            </a:extLst>
          </p:cNvPr>
          <p:cNvSpPr>
            <a:spLocks noGrp="1"/>
          </p:cNvSpPr>
          <p:nvPr>
            <p:ph type="dt" sz="half" idx="10"/>
          </p:nvPr>
        </p:nvSpPr>
        <p:spPr/>
        <p:txBody>
          <a:bodyPr/>
          <a:lstStyle/>
          <a:p>
            <a:fld id="{128C28D8-1CDD-45FE-A5EA-877E79920C4C}" type="datetime1">
              <a:rPr lang="en-GB" smtClean="0"/>
              <a:t>21/08/2025</a:t>
            </a:fld>
            <a:endParaRPr lang="en-GB" dirty="0"/>
          </a:p>
        </p:txBody>
      </p:sp>
      <p:sp>
        <p:nvSpPr>
          <p:cNvPr id="5" name="Slide Number Placeholder 4">
            <a:extLst>
              <a:ext uri="{FF2B5EF4-FFF2-40B4-BE49-F238E27FC236}">
                <a16:creationId xmlns:a16="http://schemas.microsoft.com/office/drawing/2014/main" id="{6C1B245D-7EBF-2204-4932-6684D3497EE0}"/>
              </a:ext>
            </a:extLst>
          </p:cNvPr>
          <p:cNvSpPr>
            <a:spLocks noGrp="1"/>
          </p:cNvSpPr>
          <p:nvPr>
            <p:ph type="sldNum" sz="quarter" idx="12"/>
          </p:nvPr>
        </p:nvSpPr>
        <p:spPr/>
        <p:txBody>
          <a:bodyPr/>
          <a:lstStyle/>
          <a:p>
            <a:fld id="{5A7D1622-3182-4A52-8877-4F19CDE4B62E}" type="slidenum">
              <a:rPr lang="en-GB" smtClean="0"/>
              <a:t>2</a:t>
            </a:fld>
            <a:endParaRPr lang="en-GB" dirty="0"/>
          </a:p>
        </p:txBody>
      </p:sp>
    </p:spTree>
    <p:extLst>
      <p:ext uri="{BB962C8B-B14F-4D97-AF65-F5344CB8AC3E}">
        <p14:creationId xmlns:p14="http://schemas.microsoft.com/office/powerpoint/2010/main" val="2966421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A1AC8-C10F-BB40-1554-3214DE5B7BE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79742C1-238D-1A6C-5CAF-74D9D1AEA1E9}"/>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8CBD7260-60E5-5B46-D2C6-69469DD5F62B}"/>
              </a:ext>
            </a:extLst>
          </p:cNvPr>
          <p:cNvSpPr>
            <a:spLocks noGrp="1"/>
          </p:cNvSpPr>
          <p:nvPr>
            <p:ph type="dt" sz="half" idx="10"/>
          </p:nvPr>
        </p:nvSpPr>
        <p:spPr/>
        <p:txBody>
          <a:bodyPr/>
          <a:lstStyle/>
          <a:p>
            <a:fld id="{0257DA7A-D1DA-475D-8BBF-07409839C6DF}" type="datetime1">
              <a:rPr lang="en-GB" smtClean="0"/>
              <a:t>21/08/2025</a:t>
            </a:fld>
            <a:endParaRPr lang="en-GB" dirty="0"/>
          </a:p>
        </p:txBody>
      </p:sp>
      <p:sp>
        <p:nvSpPr>
          <p:cNvPr id="5" name="Slide Number Placeholder 4">
            <a:extLst>
              <a:ext uri="{FF2B5EF4-FFF2-40B4-BE49-F238E27FC236}">
                <a16:creationId xmlns:a16="http://schemas.microsoft.com/office/drawing/2014/main" id="{A7539CEC-A2B7-110B-BB33-5A121867F75E}"/>
              </a:ext>
            </a:extLst>
          </p:cNvPr>
          <p:cNvSpPr>
            <a:spLocks noGrp="1"/>
          </p:cNvSpPr>
          <p:nvPr>
            <p:ph type="sldNum" sz="quarter" idx="12"/>
          </p:nvPr>
        </p:nvSpPr>
        <p:spPr/>
        <p:txBody>
          <a:bodyPr/>
          <a:lstStyle/>
          <a:p>
            <a:fld id="{5A7D1622-3182-4A52-8877-4F19CDE4B62E}" type="slidenum">
              <a:rPr lang="en-GB" smtClean="0"/>
              <a:t>3</a:t>
            </a:fld>
            <a:endParaRPr lang="en-GB" dirty="0"/>
          </a:p>
        </p:txBody>
      </p:sp>
    </p:spTree>
    <p:extLst>
      <p:ext uri="{BB962C8B-B14F-4D97-AF65-F5344CB8AC3E}">
        <p14:creationId xmlns:p14="http://schemas.microsoft.com/office/powerpoint/2010/main" val="1450826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9A212-2484-0787-7CC9-C4EF69E63BBD}"/>
              </a:ext>
            </a:extLst>
          </p:cNvPr>
          <p:cNvSpPr>
            <a:spLocks noGrp="1"/>
          </p:cNvSpPr>
          <p:nvPr>
            <p:ph type="title"/>
          </p:nvPr>
        </p:nvSpPr>
        <p:spPr/>
        <p:txBody>
          <a:bodyPr/>
          <a:lstStyle/>
          <a:p>
            <a:endParaRPr lang="en-GB"/>
          </a:p>
        </p:txBody>
      </p:sp>
      <p:sp>
        <p:nvSpPr>
          <p:cNvPr id="3" name="Date Placeholder 2">
            <a:extLst>
              <a:ext uri="{FF2B5EF4-FFF2-40B4-BE49-F238E27FC236}">
                <a16:creationId xmlns:a16="http://schemas.microsoft.com/office/drawing/2014/main" id="{BB9C0270-4EEB-0446-E696-3A6B2F272FC0}"/>
              </a:ext>
            </a:extLst>
          </p:cNvPr>
          <p:cNvSpPr>
            <a:spLocks noGrp="1"/>
          </p:cNvSpPr>
          <p:nvPr>
            <p:ph type="dt" sz="half" idx="10"/>
          </p:nvPr>
        </p:nvSpPr>
        <p:spPr/>
        <p:txBody>
          <a:bodyPr/>
          <a:lstStyle/>
          <a:p>
            <a:fld id="{C80BCF1F-0974-4803-875D-B2208338E6B7}" type="datetime1">
              <a:rPr lang="en-GB" smtClean="0"/>
              <a:t>21/08/2025</a:t>
            </a:fld>
            <a:endParaRPr lang="en-GB" dirty="0"/>
          </a:p>
        </p:txBody>
      </p:sp>
      <p:sp>
        <p:nvSpPr>
          <p:cNvPr id="4" name="Slide Number Placeholder 3">
            <a:extLst>
              <a:ext uri="{FF2B5EF4-FFF2-40B4-BE49-F238E27FC236}">
                <a16:creationId xmlns:a16="http://schemas.microsoft.com/office/drawing/2014/main" id="{B1B67DF1-3B3C-E512-8783-EA655B5800D9}"/>
              </a:ext>
            </a:extLst>
          </p:cNvPr>
          <p:cNvSpPr>
            <a:spLocks noGrp="1"/>
          </p:cNvSpPr>
          <p:nvPr>
            <p:ph type="sldNum" sz="quarter" idx="12"/>
          </p:nvPr>
        </p:nvSpPr>
        <p:spPr/>
        <p:txBody>
          <a:bodyPr/>
          <a:lstStyle/>
          <a:p>
            <a:fld id="{5A7D1622-3182-4A52-8877-4F19CDE4B62E}" type="slidenum">
              <a:rPr lang="en-GB" smtClean="0"/>
              <a:t>4</a:t>
            </a:fld>
            <a:endParaRPr lang="en-GB" dirty="0"/>
          </a:p>
        </p:txBody>
      </p:sp>
    </p:spTree>
    <p:extLst>
      <p:ext uri="{BB962C8B-B14F-4D97-AF65-F5344CB8AC3E}">
        <p14:creationId xmlns:p14="http://schemas.microsoft.com/office/powerpoint/2010/main" val="2064632655"/>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pptx" id="{5060FEAE-158E-4660-A940-339DDF2DBC9E}" vid="{A8DB2211-C2B3-4D82-90B1-EDD0D4E3DD1E}"/>
    </a:ext>
  </a:extLst>
</a:theme>
</file>

<file path=ppt/theme/theme2.xml><?xml version="1.0" encoding="utf-8"?>
<a:theme xmlns:a="http://schemas.openxmlformats.org/drawingml/2006/main" name="1_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pptx" id="{5060FEAE-158E-4660-A940-339DDF2DBC9E}" vid="{538EC92F-9DD9-4E1E-88F8-FC7766EAFE8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IRE Template</Template>
  <TotalTime>28</TotalTime>
  <Words>67</Words>
  <Application>Microsoft Office PowerPoint</Application>
  <PresentationFormat>Widescreen</PresentationFormat>
  <Paragraphs>14</Paragraphs>
  <Slides>4</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vt:i4>
      </vt:variant>
    </vt:vector>
  </HeadingPairs>
  <TitlesOfParts>
    <vt:vector size="9" baseType="lpstr">
      <vt:lpstr>Aptos</vt:lpstr>
      <vt:lpstr>Aptos Display</vt:lpstr>
      <vt:lpstr>Arial</vt:lpstr>
      <vt:lpstr>Office Theme</vt:lpstr>
      <vt:lpstr>1_Office Theme</vt:lpstr>
      <vt:lpstr>PowerPoint Presentation</vt:lpstr>
      <vt:lpstr>PowerPoint Presentation</vt:lpstr>
      <vt:lpstr>PowerPoint Presentation</vt:lpstr>
      <vt:lpstr>PowerPoint Presentation</vt:lpstr>
    </vt:vector>
  </TitlesOfParts>
  <Company>University of Copenhagen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Jens Bønnekilde Gredsted</dc:creator>
  <cp:lastModifiedBy>Thomas Jens Bønnekilde Gredsted</cp:lastModifiedBy>
  <cp:revision>5</cp:revision>
  <dcterms:created xsi:type="dcterms:W3CDTF">2025-08-12T12:43:29Z</dcterms:created>
  <dcterms:modified xsi:type="dcterms:W3CDTF">2025-08-21T09:36:24Z</dcterms:modified>
</cp:coreProperties>
</file>