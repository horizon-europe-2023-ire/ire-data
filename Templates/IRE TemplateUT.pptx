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5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219596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4080526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300862715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5F260BF5-76F0-467F-A061-DD64E4F6B4A8}"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8" name="Picture 7" descr="A close up of a logo&#10;&#10;AI-generated content may be incorrect.">
            <a:extLst>
              <a:ext uri="{FF2B5EF4-FFF2-40B4-BE49-F238E27FC236}">
                <a16:creationId xmlns:a16="http://schemas.microsoft.com/office/drawing/2014/main" id="{56EAA66D-4C14-088C-7A09-07DC45B2A71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2828" y="501037"/>
            <a:ext cx="705882" cy="180000"/>
          </a:xfrm>
          <a:prstGeom prst="rect">
            <a:avLst/>
          </a:prstGeom>
        </p:spPr>
      </p:pic>
    </p:spTree>
    <p:extLst>
      <p:ext uri="{BB962C8B-B14F-4D97-AF65-F5344CB8AC3E}">
        <p14:creationId xmlns:p14="http://schemas.microsoft.com/office/powerpoint/2010/main" val="3729528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3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9BBF56CE-035F-4FFF-8EA3-55F900AC2277}"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close up of a logo&#10;&#10;AI-generated content may be incorrect.">
            <a:extLst>
              <a:ext uri="{FF2B5EF4-FFF2-40B4-BE49-F238E27FC236}">
                <a16:creationId xmlns:a16="http://schemas.microsoft.com/office/drawing/2014/main" id="{A15B7D41-CDC4-A9D1-42C1-8DF45B2876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2828" y="501037"/>
            <a:ext cx="705882" cy="180000"/>
          </a:xfrm>
          <a:prstGeom prst="rect">
            <a:avLst/>
          </a:prstGeom>
        </p:spPr>
      </p:pic>
    </p:spTree>
    <p:extLst>
      <p:ext uri="{BB962C8B-B14F-4D97-AF65-F5344CB8AC3E}">
        <p14:creationId xmlns:p14="http://schemas.microsoft.com/office/powerpoint/2010/main" val="3118892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43957A06-F829-49D6-9992-F34FBE954342}"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close up of a logo&#10;&#10;AI-generated content may be incorrect.">
            <a:extLst>
              <a:ext uri="{FF2B5EF4-FFF2-40B4-BE49-F238E27FC236}">
                <a16:creationId xmlns:a16="http://schemas.microsoft.com/office/drawing/2014/main" id="{891724F6-791B-9370-2B08-D2F4736510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2828" y="501037"/>
            <a:ext cx="705882" cy="180000"/>
          </a:xfrm>
          <a:prstGeom prst="rect">
            <a:avLst/>
          </a:prstGeom>
        </p:spPr>
      </p:pic>
    </p:spTree>
    <p:extLst>
      <p:ext uri="{BB962C8B-B14F-4D97-AF65-F5344CB8AC3E}">
        <p14:creationId xmlns:p14="http://schemas.microsoft.com/office/powerpoint/2010/main" val="230590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5" r:id="rId3"/>
    <p:sldLayoutId id="2147483672"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91F5B-C117-5299-117D-63710A8D31EC}"/>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1E569C47-FF5B-339F-2F18-B6024FA09953}"/>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57B7FC0D-206F-D1F9-BB51-8618AD3E36F0}"/>
              </a:ext>
            </a:extLst>
          </p:cNvPr>
          <p:cNvSpPr>
            <a:spLocks noGrp="1"/>
          </p:cNvSpPr>
          <p:nvPr>
            <p:ph type="dt" sz="half" idx="10"/>
          </p:nvPr>
        </p:nvSpPr>
        <p:spPr/>
        <p:txBody>
          <a:bodyPr/>
          <a:lstStyle/>
          <a:p>
            <a:fld id="{9BBF56CE-035F-4FFF-8EA3-55F900AC2277}" type="datetime1">
              <a:rPr lang="en-GB" smtClean="0"/>
              <a:t>21/08/2025</a:t>
            </a:fld>
            <a:endParaRPr lang="en-GB" dirty="0"/>
          </a:p>
        </p:txBody>
      </p:sp>
      <p:sp>
        <p:nvSpPr>
          <p:cNvPr id="5" name="Slide Number Placeholder 4">
            <a:extLst>
              <a:ext uri="{FF2B5EF4-FFF2-40B4-BE49-F238E27FC236}">
                <a16:creationId xmlns:a16="http://schemas.microsoft.com/office/drawing/2014/main" id="{92727BBC-0059-456F-DBD6-FF19EB739D51}"/>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185569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9A5C-0CF0-A8AE-93AD-BBB54E4ED7A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F3472B2D-F688-14BC-A63A-50D8F1A8C0D9}"/>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0FCFE2D6-0921-1C9B-E3BC-9C1AEEC1DABF}"/>
              </a:ext>
            </a:extLst>
          </p:cNvPr>
          <p:cNvSpPr>
            <a:spLocks noGrp="1"/>
          </p:cNvSpPr>
          <p:nvPr>
            <p:ph type="dt" sz="half" idx="10"/>
          </p:nvPr>
        </p:nvSpPr>
        <p:spPr/>
        <p:txBody>
          <a:bodyPr/>
          <a:lstStyle/>
          <a:p>
            <a:fld id="{5F260BF5-76F0-467F-A061-DD64E4F6B4A8}" type="datetime1">
              <a:rPr lang="en-GB" smtClean="0"/>
              <a:t>21/08/2025</a:t>
            </a:fld>
            <a:endParaRPr lang="en-GB" dirty="0"/>
          </a:p>
        </p:txBody>
      </p:sp>
      <p:sp>
        <p:nvSpPr>
          <p:cNvPr id="5" name="Slide Number Placeholder 4">
            <a:extLst>
              <a:ext uri="{FF2B5EF4-FFF2-40B4-BE49-F238E27FC236}">
                <a16:creationId xmlns:a16="http://schemas.microsoft.com/office/drawing/2014/main" id="{14B5286D-9445-0AF9-7BD4-D32722B8FB9E}"/>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2219509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064CD-C0C2-6198-2B16-750EDB199235}"/>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50341DF0-CB5F-D6EF-00E5-F65C01A9C969}"/>
              </a:ext>
            </a:extLst>
          </p:cNvPr>
          <p:cNvSpPr>
            <a:spLocks noGrp="1"/>
          </p:cNvSpPr>
          <p:nvPr>
            <p:ph type="dt" sz="half" idx="10"/>
          </p:nvPr>
        </p:nvSpPr>
        <p:spPr/>
        <p:txBody>
          <a:bodyPr/>
          <a:lstStyle/>
          <a:p>
            <a:fld id="{43957A06-F829-49D6-9992-F34FBE954342}" type="datetime1">
              <a:rPr lang="en-GB" smtClean="0"/>
              <a:t>21/08/2025</a:t>
            </a:fld>
            <a:endParaRPr lang="en-GB" dirty="0"/>
          </a:p>
        </p:txBody>
      </p:sp>
      <p:sp>
        <p:nvSpPr>
          <p:cNvPr id="4" name="Slide Number Placeholder 3">
            <a:extLst>
              <a:ext uri="{FF2B5EF4-FFF2-40B4-BE49-F238E27FC236}">
                <a16:creationId xmlns:a16="http://schemas.microsoft.com/office/drawing/2014/main" id="{46B97796-F329-845F-A231-B1BB76EF75D2}"/>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51656530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36</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6</cp:revision>
  <dcterms:created xsi:type="dcterms:W3CDTF">2025-08-12T12:43:29Z</dcterms:created>
  <dcterms:modified xsi:type="dcterms:W3CDTF">2025-08-21T08:27:53Z</dcterms:modified>
</cp:coreProperties>
</file>